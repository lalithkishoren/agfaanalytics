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4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theme/theme5.xml" ContentType="application/vnd.openxmlformats-officedocument.theme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theme/theme6.xml" ContentType="application/vnd.openxmlformats-officedocument.theme+xml"/>
  <Override PartName="/ppt/tags/tag16.xml" ContentType="application/vnd.openxmlformats-officedocument.presentationml.tags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theme/theme7.xml" ContentType="application/vnd.openxmlformats-officedocument.theme+xml"/>
  <Override PartName="/ppt/tags/tag17.xml" ContentType="application/vnd.openxmlformats-officedocument.presentationml.tags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theme/theme8.xml" ContentType="application/vnd.openxmlformats-officedocument.theme+xml"/>
  <Override PartName="/ppt/tags/tag18.xml" ContentType="application/vnd.openxmlformats-officedocument.presentationml.tags+xml"/>
  <Override PartName="/ppt/theme/theme9.xml" ContentType="application/vnd.openxmlformats-officedocument.theme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68" r:id="rId6"/>
    <p:sldMasterId id="2147483748" r:id="rId7"/>
    <p:sldMasterId id="2147483829" r:id="rId8"/>
    <p:sldMasterId id="2147483837" r:id="rId9"/>
    <p:sldMasterId id="2147483850" r:id="rId10"/>
    <p:sldMasterId id="2147483863" r:id="rId11"/>
  </p:sldMasterIdLst>
  <p:notesMasterIdLst>
    <p:notesMasterId r:id="rId19"/>
  </p:notesMasterIdLst>
  <p:sldIdLst>
    <p:sldId id="256" r:id="rId12"/>
    <p:sldId id="295" r:id="rId13"/>
    <p:sldId id="2147470885" r:id="rId14"/>
    <p:sldId id="2147470886" r:id="rId15"/>
    <p:sldId id="2147470887" r:id="rId16"/>
    <p:sldId id="2147470888" r:id="rId17"/>
    <p:sldId id="2147470889" r:id="rId18"/>
  </p:sldIdLst>
  <p:sldSz cx="12192000" cy="6858000"/>
  <p:notesSz cx="6858000" cy="9144000"/>
  <p:custDataLst>
    <p:tags r:id="rId20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5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778FA-BA7F-429F-957E-F2C463D4D04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6D994-55E8-47CC-9D47-9A0012D2C45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4436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D7716-1AC2-4F2A-BF2F-9BBA33B56492}" type="datetime3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 March 2026</a:t>
            </a:fld>
            <a:endParaRPr kumimoji="0" lang="nl-B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Company 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0E03ED-2B5A-4155-83DB-2DC72F9E989E}" type="slidenum">
              <a:rPr kumimoji="0" lang="nl-B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B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62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04CB26-A6EC-4A2C-B4AF-5B856ADF667E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92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1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4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4.jpeg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6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9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1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0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1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08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5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11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6FFFE-C37D-6F74-72EF-B6BFDFAB7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6000" y="990600"/>
            <a:ext cx="10160000" cy="2519363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5999"/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14315EA-5C5D-34A2-600A-8817B4F5DB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6000" y="3602038"/>
            <a:ext cx="101600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114" indent="0" algn="ctr">
              <a:buNone/>
              <a:defRPr sz="2000"/>
            </a:lvl2pPr>
            <a:lvl3pPr marL="914229" indent="0" algn="ctr">
              <a:buNone/>
              <a:defRPr sz="1800"/>
            </a:lvl3pPr>
            <a:lvl4pPr marL="1371343" indent="0" algn="ctr">
              <a:buNone/>
              <a:defRPr sz="1600"/>
            </a:lvl4pPr>
            <a:lvl5pPr marL="1828457" indent="0" algn="ctr">
              <a:buNone/>
              <a:defRPr sz="1600"/>
            </a:lvl5pPr>
            <a:lvl6pPr marL="2285571" indent="0" algn="ctr">
              <a:buNone/>
              <a:defRPr sz="1600"/>
            </a:lvl6pPr>
            <a:lvl7pPr marL="2742686" indent="0" algn="ctr">
              <a:buNone/>
              <a:defRPr sz="1600"/>
            </a:lvl7pPr>
            <a:lvl8pPr marL="3199800" indent="0" algn="ctr">
              <a:buNone/>
              <a:defRPr sz="1600"/>
            </a:lvl8pPr>
            <a:lvl9pPr marL="3656914" indent="0" algn="ctr">
              <a:buNone/>
              <a:defRPr sz="16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subtitle</a:t>
            </a:r>
            <a:endParaRPr lang="nl-BE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9D8A8B9F-FFB9-C83B-88AF-5F9DAC378171}"/>
              </a:ext>
            </a:extLst>
          </p:cNvPr>
          <p:cNvSpPr txBox="1"/>
          <p:nvPr userDrawn="1"/>
        </p:nvSpPr>
        <p:spPr>
          <a:xfrm>
            <a:off x="2765272" y="6479822"/>
            <a:ext cx="473207" cy="378179"/>
          </a:xfrm>
          <a:prstGeom prst="rect">
            <a:avLst/>
          </a:prstGeom>
          <a:noFill/>
        </p:spPr>
        <p:txBody>
          <a:bodyPr wrap="none" tIns="0" rIns="0" bIns="0" rtlCol="0" anchor="ctr" anchorCtr="0">
            <a:noAutofit/>
          </a:bodyPr>
          <a:lstStyle/>
          <a:p>
            <a:pPr algn="r"/>
            <a:r>
              <a:rPr lang="nl-BE" sz="1200" dirty="0">
                <a:solidFill>
                  <a:srgbClr val="381639"/>
                </a:solidFill>
                <a:latin typeface="Constantia" panose="02030602050306030303" pitchFamily="18" charset="0"/>
              </a:rPr>
              <a:t>Page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3D7C622-A3A9-6B0B-21AB-B261B99D7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01" y="6479822"/>
            <a:ext cx="1749271" cy="37817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1200" b="1" i="0">
                <a:solidFill>
                  <a:srgbClr val="E4231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Empowering X-ray Experts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DE8D2A4-769E-4A7B-D95F-16CF7AD9C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74" y="6479824"/>
            <a:ext cx="803564" cy="378178"/>
          </a:xfrm>
          <a:prstGeom prst="rect">
            <a:avLst/>
          </a:prstGeom>
        </p:spPr>
        <p:txBody>
          <a:bodyPr lIns="0" tIns="0" bIns="0" anchor="ctr" anchorCtr="0"/>
          <a:lstStyle>
            <a:lvl1pPr algn="l">
              <a:defRPr sz="1200" b="0" i="0">
                <a:solidFill>
                  <a:srgbClr val="DB322A"/>
                </a:solidFill>
                <a:latin typeface="Constantia" panose="02030602050306030303" pitchFamily="18" charset="0"/>
              </a:defRPr>
            </a:lvl1pPr>
          </a:lstStyle>
          <a:p>
            <a:fld id="{AC94135E-BE8F-0B4D-B438-334FF8E5DE1C}" type="slidenum">
              <a:rPr lang="nl-BE" smtClean="0"/>
              <a:pPr/>
              <a:t>‹#›</a:t>
            </a:fld>
            <a:endParaRPr lang="nl-BE" dirty="0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25235B19-4F26-22AE-4963-81501FD68FDE}"/>
              </a:ext>
            </a:extLst>
          </p:cNvPr>
          <p:cNvCxnSpPr>
            <a:cxnSpLocks/>
          </p:cNvCxnSpPr>
          <p:nvPr userDrawn="1"/>
        </p:nvCxnSpPr>
        <p:spPr>
          <a:xfrm>
            <a:off x="2800683" y="6570882"/>
            <a:ext cx="0" cy="189090"/>
          </a:xfrm>
          <a:prstGeom prst="line">
            <a:avLst/>
          </a:prstGeom>
          <a:ln>
            <a:solidFill>
              <a:srgbClr val="E42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186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0CDD52-DF9F-93FC-D6A5-A4001F9AAB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6000" y="990600"/>
            <a:ext cx="10160000" cy="113903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419DF08-A7DE-C3BA-F9A2-2469E4A378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6000" y="2194560"/>
            <a:ext cx="10160000" cy="3867944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DB322A"/>
              </a:buClr>
              <a:defRPr/>
            </a:lvl1pPr>
            <a:lvl2pPr>
              <a:buClr>
                <a:srgbClr val="DB322A"/>
              </a:buClr>
              <a:defRPr/>
            </a:lvl2pPr>
            <a:lvl3pPr>
              <a:buClr>
                <a:srgbClr val="DB322A"/>
              </a:buClr>
              <a:defRPr/>
            </a:lvl3pPr>
            <a:lvl4pPr>
              <a:buClr>
                <a:srgbClr val="DB322A"/>
              </a:buClr>
              <a:defRPr/>
            </a:lvl4pPr>
            <a:lvl5pPr>
              <a:buClr>
                <a:srgbClr val="DB322A"/>
              </a:buClr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  <a:endParaRPr lang="nl-BE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77AD407-BBFF-EE40-328E-EA05EC4F0AD7}"/>
              </a:ext>
            </a:extLst>
          </p:cNvPr>
          <p:cNvSpPr txBox="1"/>
          <p:nvPr userDrawn="1"/>
        </p:nvSpPr>
        <p:spPr>
          <a:xfrm>
            <a:off x="2765272" y="6479822"/>
            <a:ext cx="473207" cy="378179"/>
          </a:xfrm>
          <a:prstGeom prst="rect">
            <a:avLst/>
          </a:prstGeom>
          <a:noFill/>
        </p:spPr>
        <p:txBody>
          <a:bodyPr wrap="none" tIns="0" rIns="0" bIns="0" rtlCol="0" anchor="ctr" anchorCtr="0">
            <a:noAutofit/>
          </a:bodyPr>
          <a:lstStyle/>
          <a:p>
            <a:pPr algn="r"/>
            <a:r>
              <a:rPr lang="nl-BE" sz="1200" dirty="0">
                <a:solidFill>
                  <a:srgbClr val="381639"/>
                </a:solidFill>
                <a:latin typeface="Constantia" panose="02030602050306030303" pitchFamily="18" charset="0"/>
              </a:rPr>
              <a:t>Page</a:t>
            </a:r>
          </a:p>
        </p:txBody>
      </p:sp>
      <p:sp>
        <p:nvSpPr>
          <p:cNvPr id="12" name="Tijdelijke aanduiding voor voettekst 4">
            <a:extLst>
              <a:ext uri="{FF2B5EF4-FFF2-40B4-BE49-F238E27FC236}">
                <a16:creationId xmlns:a16="http://schemas.microsoft.com/office/drawing/2014/main" id="{613282D6-A0AF-40C6-B374-479A2123E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01" y="6479822"/>
            <a:ext cx="1749271" cy="37817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1200" b="1" i="0">
                <a:solidFill>
                  <a:srgbClr val="E4231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Empowering X-ray Experts</a:t>
            </a:r>
          </a:p>
        </p:txBody>
      </p:sp>
      <p:sp>
        <p:nvSpPr>
          <p:cNvPr id="13" name="Tijdelijke aanduiding voor dianummer 5">
            <a:extLst>
              <a:ext uri="{FF2B5EF4-FFF2-40B4-BE49-F238E27FC236}">
                <a16:creationId xmlns:a16="http://schemas.microsoft.com/office/drawing/2014/main" id="{0A51023F-728D-39D7-DEF7-5BAD25270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74" y="6479824"/>
            <a:ext cx="803564" cy="378178"/>
          </a:xfrm>
          <a:prstGeom prst="rect">
            <a:avLst/>
          </a:prstGeom>
        </p:spPr>
        <p:txBody>
          <a:bodyPr lIns="0" tIns="0" bIns="0" anchor="ctr" anchorCtr="0"/>
          <a:lstStyle>
            <a:lvl1pPr algn="l">
              <a:defRPr sz="1200" b="0" i="0">
                <a:solidFill>
                  <a:srgbClr val="DB322A"/>
                </a:solidFill>
                <a:latin typeface="Constantia" panose="02030602050306030303" pitchFamily="18" charset="0"/>
              </a:defRPr>
            </a:lvl1pPr>
          </a:lstStyle>
          <a:p>
            <a:fld id="{AC94135E-BE8F-0B4D-B438-334FF8E5DE1C}" type="slidenum">
              <a:rPr lang="nl-BE" smtClean="0"/>
              <a:pPr/>
              <a:t>‹#›</a:t>
            </a:fld>
            <a:endParaRPr lang="nl-BE" dirty="0"/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651527F8-0935-C486-3F5C-564781CAFC83}"/>
              </a:ext>
            </a:extLst>
          </p:cNvPr>
          <p:cNvCxnSpPr>
            <a:cxnSpLocks/>
          </p:cNvCxnSpPr>
          <p:nvPr userDrawn="1"/>
        </p:nvCxnSpPr>
        <p:spPr>
          <a:xfrm>
            <a:off x="2800683" y="6570882"/>
            <a:ext cx="0" cy="189090"/>
          </a:xfrm>
          <a:prstGeom prst="line">
            <a:avLst/>
          </a:prstGeom>
          <a:ln>
            <a:solidFill>
              <a:srgbClr val="E42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796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lst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B10F9-BEAB-BB5F-9B0F-1703F8A94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6000" y="990600"/>
            <a:ext cx="10160000" cy="82624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
</a:t>
            </a:r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237EA656-1C0A-B008-112A-0E9307671D51}"/>
              </a:ext>
            </a:extLst>
          </p:cNvPr>
          <p:cNvSpPr txBox="1"/>
          <p:nvPr userDrawn="1"/>
        </p:nvSpPr>
        <p:spPr>
          <a:xfrm>
            <a:off x="2765272" y="6479822"/>
            <a:ext cx="473207" cy="378179"/>
          </a:xfrm>
          <a:prstGeom prst="rect">
            <a:avLst/>
          </a:prstGeom>
          <a:noFill/>
        </p:spPr>
        <p:txBody>
          <a:bodyPr wrap="none" tIns="0" rIns="0" bIns="0" rtlCol="0" anchor="ctr" anchorCtr="0">
            <a:noAutofit/>
          </a:bodyPr>
          <a:lstStyle/>
          <a:p>
            <a:pPr algn="r"/>
            <a:r>
              <a:rPr lang="nl-BE" sz="1200" dirty="0">
                <a:solidFill>
                  <a:srgbClr val="381639"/>
                </a:solidFill>
                <a:latin typeface="Constantia" panose="02030602050306030303" pitchFamily="18" charset="0"/>
              </a:rPr>
              <a:t>Page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347F7F59-3A55-891E-8BF4-BF23C6D9E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01" y="6479822"/>
            <a:ext cx="1749271" cy="37817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1200" b="1" i="0">
                <a:solidFill>
                  <a:srgbClr val="E4231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Empowering X-ray Experts</a:t>
            </a: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F2BB594F-CAF0-4ED5-921D-85FA344C9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74" y="6479824"/>
            <a:ext cx="803564" cy="378178"/>
          </a:xfrm>
          <a:prstGeom prst="rect">
            <a:avLst/>
          </a:prstGeom>
        </p:spPr>
        <p:txBody>
          <a:bodyPr lIns="0" tIns="0" bIns="0" anchor="ctr" anchorCtr="0"/>
          <a:lstStyle>
            <a:lvl1pPr algn="l">
              <a:defRPr sz="1200" b="0" i="0">
                <a:solidFill>
                  <a:srgbClr val="DB322A"/>
                </a:solidFill>
                <a:latin typeface="Constantia" panose="02030602050306030303" pitchFamily="18" charset="0"/>
              </a:defRPr>
            </a:lvl1pPr>
          </a:lstStyle>
          <a:p>
            <a:fld id="{AC94135E-BE8F-0B4D-B438-334FF8E5DE1C}" type="slidenum">
              <a:rPr lang="nl-BE" smtClean="0"/>
              <a:pPr/>
              <a:t>‹#›</a:t>
            </a:fld>
            <a:endParaRPr lang="nl-BE" dirty="0"/>
          </a:p>
        </p:txBody>
      </p: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4B6F6CD-F1E7-5253-FB90-B566E8A0152A}"/>
              </a:ext>
            </a:extLst>
          </p:cNvPr>
          <p:cNvCxnSpPr>
            <a:cxnSpLocks/>
          </p:cNvCxnSpPr>
          <p:nvPr userDrawn="1"/>
        </p:nvCxnSpPr>
        <p:spPr>
          <a:xfrm>
            <a:off x="2800683" y="6570882"/>
            <a:ext cx="0" cy="189090"/>
          </a:xfrm>
          <a:prstGeom prst="line">
            <a:avLst/>
          </a:prstGeom>
          <a:ln>
            <a:solidFill>
              <a:srgbClr val="E42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BAB36377-39FF-DFD6-7645-419CE384B5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6000" y="2194561"/>
            <a:ext cx="4972424" cy="4185911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DB322A"/>
              </a:buClr>
              <a:defRPr/>
            </a:lvl1pPr>
            <a:lvl2pPr>
              <a:buClr>
                <a:srgbClr val="DB322A"/>
              </a:buClr>
              <a:defRPr/>
            </a:lvl2pPr>
            <a:lvl3pPr>
              <a:buClr>
                <a:srgbClr val="DB322A"/>
              </a:buClr>
              <a:defRPr/>
            </a:lvl3pPr>
            <a:lvl4pPr>
              <a:buClr>
                <a:srgbClr val="DB322A"/>
              </a:buClr>
              <a:defRPr/>
            </a:lvl4pPr>
            <a:lvl5pPr>
              <a:buClr>
                <a:srgbClr val="DB322A"/>
              </a:buClr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  <a:endParaRPr lang="nl-BE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C1B9EBD9-B9F9-AA1D-9C69-15AA5500742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2011" y="2194561"/>
            <a:ext cx="4972424" cy="4185911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DB322A"/>
              </a:buClr>
              <a:defRPr/>
            </a:lvl1pPr>
            <a:lvl2pPr>
              <a:buClr>
                <a:srgbClr val="DB322A"/>
              </a:buClr>
              <a:defRPr/>
            </a:lvl2pPr>
            <a:lvl3pPr>
              <a:buClr>
                <a:srgbClr val="DB322A"/>
              </a:buClr>
              <a:defRPr/>
            </a:lvl3pPr>
            <a:lvl4pPr>
              <a:buClr>
                <a:srgbClr val="DB322A"/>
              </a:buClr>
              <a:defRPr/>
            </a:lvl4pPr>
            <a:lvl5pPr>
              <a:buClr>
                <a:srgbClr val="DB322A"/>
              </a:buClr>
              <a:defRPr/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89078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2C236-CA33-0634-75A7-F225211DD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6000" y="990600"/>
            <a:ext cx="10160000" cy="113903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
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1361F49-B1FD-8AAB-F6B1-408B54A35DCF}"/>
              </a:ext>
            </a:extLst>
          </p:cNvPr>
          <p:cNvSpPr txBox="1"/>
          <p:nvPr userDrawn="1"/>
        </p:nvSpPr>
        <p:spPr>
          <a:xfrm>
            <a:off x="2765272" y="6479822"/>
            <a:ext cx="473207" cy="378179"/>
          </a:xfrm>
          <a:prstGeom prst="rect">
            <a:avLst/>
          </a:prstGeom>
          <a:noFill/>
        </p:spPr>
        <p:txBody>
          <a:bodyPr wrap="none" tIns="0" rIns="0" bIns="0" rtlCol="0" anchor="ctr" anchorCtr="0">
            <a:noAutofit/>
          </a:bodyPr>
          <a:lstStyle/>
          <a:p>
            <a:pPr algn="r"/>
            <a:r>
              <a:rPr lang="nl-BE" sz="1200" dirty="0">
                <a:solidFill>
                  <a:srgbClr val="381639"/>
                </a:solidFill>
                <a:latin typeface="Constantia" panose="02030602050306030303" pitchFamily="18" charset="0"/>
              </a:rPr>
              <a:t>Page</a:t>
            </a:r>
          </a:p>
        </p:txBody>
      </p:sp>
      <p:sp>
        <p:nvSpPr>
          <p:cNvPr id="4" name="Tijdelijke aanduiding voor voettekst 4">
            <a:extLst>
              <a:ext uri="{FF2B5EF4-FFF2-40B4-BE49-F238E27FC236}">
                <a16:creationId xmlns:a16="http://schemas.microsoft.com/office/drawing/2014/main" id="{4F4959AB-F213-8CB4-E163-890C42880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01" y="6479822"/>
            <a:ext cx="1749271" cy="37817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1200" b="1" i="0">
                <a:solidFill>
                  <a:srgbClr val="E4231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Empowering X-ray Experts</a:t>
            </a: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B718A6FE-2FE4-0C67-B1B9-67788ECB1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74" y="6479824"/>
            <a:ext cx="803564" cy="378178"/>
          </a:xfrm>
          <a:prstGeom prst="rect">
            <a:avLst/>
          </a:prstGeom>
        </p:spPr>
        <p:txBody>
          <a:bodyPr lIns="0" tIns="0" bIns="0" anchor="ctr" anchorCtr="0"/>
          <a:lstStyle>
            <a:lvl1pPr algn="l">
              <a:defRPr sz="1200" b="0" i="0">
                <a:solidFill>
                  <a:srgbClr val="DB322A"/>
                </a:solidFill>
                <a:latin typeface="Constantia" panose="02030602050306030303" pitchFamily="18" charset="0"/>
              </a:defRPr>
            </a:lvl1pPr>
          </a:lstStyle>
          <a:p>
            <a:fld id="{AC94135E-BE8F-0B4D-B438-334FF8E5DE1C}" type="slidenum">
              <a:rPr lang="nl-BE" smtClean="0"/>
              <a:pPr/>
              <a:t>‹#›</a:t>
            </a:fld>
            <a:endParaRPr lang="nl-BE" dirty="0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39BCB1A0-7194-5B2D-E763-3F89CAF3B629}"/>
              </a:ext>
            </a:extLst>
          </p:cNvPr>
          <p:cNvCxnSpPr>
            <a:cxnSpLocks/>
          </p:cNvCxnSpPr>
          <p:nvPr userDrawn="1"/>
        </p:nvCxnSpPr>
        <p:spPr>
          <a:xfrm>
            <a:off x="2800683" y="6570882"/>
            <a:ext cx="0" cy="189090"/>
          </a:xfrm>
          <a:prstGeom prst="line">
            <a:avLst/>
          </a:prstGeom>
          <a:ln>
            <a:solidFill>
              <a:srgbClr val="E42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161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89F3F3DA-3D1C-A32C-B403-1F7B846CE204}"/>
              </a:ext>
            </a:extLst>
          </p:cNvPr>
          <p:cNvSpPr txBox="1"/>
          <p:nvPr userDrawn="1"/>
        </p:nvSpPr>
        <p:spPr>
          <a:xfrm>
            <a:off x="2765272" y="6479822"/>
            <a:ext cx="473207" cy="378179"/>
          </a:xfrm>
          <a:prstGeom prst="rect">
            <a:avLst/>
          </a:prstGeom>
          <a:noFill/>
        </p:spPr>
        <p:txBody>
          <a:bodyPr wrap="none" tIns="0" rIns="0" bIns="0" rtlCol="0" anchor="ctr" anchorCtr="0">
            <a:noAutofit/>
          </a:bodyPr>
          <a:lstStyle/>
          <a:p>
            <a:pPr algn="r"/>
            <a:r>
              <a:rPr lang="nl-BE" sz="1200" dirty="0">
                <a:solidFill>
                  <a:srgbClr val="381639"/>
                </a:solidFill>
                <a:latin typeface="Constantia" panose="02030602050306030303" pitchFamily="18" charset="0"/>
              </a:rPr>
              <a:t>Page</a:t>
            </a:r>
          </a:p>
        </p:txBody>
      </p:sp>
      <p:sp>
        <p:nvSpPr>
          <p:cNvPr id="3" name="Tijdelijke aanduiding voor voettekst 4">
            <a:extLst>
              <a:ext uri="{FF2B5EF4-FFF2-40B4-BE49-F238E27FC236}">
                <a16:creationId xmlns:a16="http://schemas.microsoft.com/office/drawing/2014/main" id="{92CE04C6-FAF1-0A87-F4E7-95417E801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01" y="6479822"/>
            <a:ext cx="1749271" cy="37817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1200" b="1" i="0">
                <a:solidFill>
                  <a:srgbClr val="E4231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Empowering X-ray Experts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44D8048B-98D0-1DD1-948B-F69DF76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74" y="6479824"/>
            <a:ext cx="803564" cy="378178"/>
          </a:xfrm>
          <a:prstGeom prst="rect">
            <a:avLst/>
          </a:prstGeom>
        </p:spPr>
        <p:txBody>
          <a:bodyPr lIns="0" tIns="0" bIns="0" anchor="ctr" anchorCtr="0"/>
          <a:lstStyle>
            <a:lvl1pPr algn="l">
              <a:defRPr sz="1200" b="0" i="0">
                <a:solidFill>
                  <a:srgbClr val="DB322A"/>
                </a:solidFill>
                <a:latin typeface="Constantia" panose="02030602050306030303" pitchFamily="18" charset="0"/>
              </a:defRPr>
            </a:lvl1pPr>
          </a:lstStyle>
          <a:p>
            <a:fld id="{AC94135E-BE8F-0B4D-B438-334FF8E5DE1C}" type="slidenum">
              <a:rPr lang="nl-BE" smtClean="0"/>
              <a:pPr/>
              <a:t>‹#›</a:t>
            </a:fld>
            <a:endParaRPr lang="nl-BE" dirty="0"/>
          </a:p>
        </p:txBody>
      </p: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8AE9BC2F-F792-090E-E621-374B5F3B16BA}"/>
              </a:ext>
            </a:extLst>
          </p:cNvPr>
          <p:cNvCxnSpPr>
            <a:cxnSpLocks/>
          </p:cNvCxnSpPr>
          <p:nvPr userDrawn="1"/>
        </p:nvCxnSpPr>
        <p:spPr>
          <a:xfrm>
            <a:off x="2800683" y="6570882"/>
            <a:ext cx="0" cy="189090"/>
          </a:xfrm>
          <a:prstGeom prst="line">
            <a:avLst/>
          </a:prstGeom>
          <a:ln>
            <a:solidFill>
              <a:srgbClr val="E42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739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89F3F3DA-3D1C-A32C-B403-1F7B846CE204}"/>
              </a:ext>
            </a:extLst>
          </p:cNvPr>
          <p:cNvSpPr txBox="1"/>
          <p:nvPr userDrawn="1"/>
        </p:nvSpPr>
        <p:spPr>
          <a:xfrm>
            <a:off x="2765272" y="6479822"/>
            <a:ext cx="473207" cy="378179"/>
          </a:xfrm>
          <a:prstGeom prst="rect">
            <a:avLst/>
          </a:prstGeom>
          <a:noFill/>
        </p:spPr>
        <p:txBody>
          <a:bodyPr wrap="none" tIns="0" rIns="0" bIns="0" rtlCol="0" anchor="ctr" anchorCtr="0">
            <a:noAutofit/>
          </a:bodyPr>
          <a:lstStyle/>
          <a:p>
            <a:pPr algn="r"/>
            <a:r>
              <a:rPr lang="nl-BE" sz="1200" dirty="0">
                <a:solidFill>
                  <a:srgbClr val="381639"/>
                </a:solidFill>
                <a:latin typeface="Constantia" panose="02030602050306030303" pitchFamily="18" charset="0"/>
              </a:rPr>
              <a:t>Page</a:t>
            </a:r>
          </a:p>
        </p:txBody>
      </p:sp>
      <p:sp>
        <p:nvSpPr>
          <p:cNvPr id="3" name="Tijdelijke aanduiding voor voettekst 4">
            <a:extLst>
              <a:ext uri="{FF2B5EF4-FFF2-40B4-BE49-F238E27FC236}">
                <a16:creationId xmlns:a16="http://schemas.microsoft.com/office/drawing/2014/main" id="{92CE04C6-FAF1-0A87-F4E7-95417E801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01" y="6479822"/>
            <a:ext cx="1749271" cy="37817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1200" b="1" i="0">
                <a:solidFill>
                  <a:srgbClr val="E4231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Empowering X-ray Experts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44D8048B-98D0-1DD1-948B-F69DF76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74" y="6479824"/>
            <a:ext cx="803564" cy="378178"/>
          </a:xfrm>
          <a:prstGeom prst="rect">
            <a:avLst/>
          </a:prstGeom>
        </p:spPr>
        <p:txBody>
          <a:bodyPr lIns="0" tIns="0" bIns="0" anchor="ctr" anchorCtr="0"/>
          <a:lstStyle>
            <a:lvl1pPr algn="l">
              <a:defRPr sz="1200" b="0" i="0">
                <a:solidFill>
                  <a:srgbClr val="DB322A"/>
                </a:solidFill>
                <a:latin typeface="Constantia" panose="02030602050306030303" pitchFamily="18" charset="0"/>
              </a:defRPr>
            </a:lvl1pPr>
          </a:lstStyle>
          <a:p>
            <a:fld id="{AC94135E-BE8F-0B4D-B438-334FF8E5DE1C}" type="slidenum">
              <a:rPr lang="nl-BE" smtClean="0"/>
              <a:pPr/>
              <a:t>‹#›</a:t>
            </a:fld>
            <a:endParaRPr lang="nl-BE" dirty="0"/>
          </a:p>
        </p:txBody>
      </p: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8AE9BC2F-F792-090E-E621-374B5F3B16BA}"/>
              </a:ext>
            </a:extLst>
          </p:cNvPr>
          <p:cNvCxnSpPr>
            <a:cxnSpLocks/>
          </p:cNvCxnSpPr>
          <p:nvPr userDrawn="1"/>
        </p:nvCxnSpPr>
        <p:spPr>
          <a:xfrm>
            <a:off x="2800683" y="6570882"/>
            <a:ext cx="0" cy="189090"/>
          </a:xfrm>
          <a:prstGeom prst="line">
            <a:avLst/>
          </a:prstGeom>
          <a:ln>
            <a:solidFill>
              <a:srgbClr val="E42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C27045F6-F31A-55D9-13FE-1AA253763F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6000" y="2638509"/>
            <a:ext cx="10160000" cy="1748367"/>
          </a:xfrm>
          <a:prstGeom prst="rect">
            <a:avLst/>
          </a:prstGeom>
        </p:spPr>
        <p:txBody>
          <a:bodyPr/>
          <a:lstStyle>
            <a:lvl1pPr marL="419021" indent="-292045" algn="ctr" defTabSz="914229" rtl="0" eaLnBrk="1" latinLnBrk="0" hangingPunct="1">
              <a:lnSpc>
                <a:spcPts val="5332"/>
              </a:lnSpc>
              <a:buNone/>
              <a:tabLst/>
              <a:defRPr lang="nl-NL" sz="5332" kern="1200" dirty="0" smtClean="0">
                <a:gradFill>
                  <a:gsLst>
                    <a:gs pos="10000">
                      <a:srgbClr val="DB322A"/>
                    </a:gs>
                    <a:gs pos="90000">
                      <a:srgbClr val="381639">
                        <a:lumMod val="99721"/>
                      </a:srgbClr>
                    </a:gs>
                  </a:gsLst>
                  <a:lin ang="0" scaled="0"/>
                </a:gradFill>
                <a:latin typeface="Constantia" panose="02030602050306030303" pitchFamily="18" charset="0"/>
                <a:ea typeface="+mn-ea"/>
                <a:cs typeface="+mn-cs"/>
              </a:defRPr>
            </a:lvl1pPr>
            <a:lvl2pPr marL="457114" indent="0">
              <a:buNone/>
              <a:defRPr/>
            </a:lvl2pPr>
            <a:lvl3pPr marL="914229" indent="0">
              <a:buNone/>
              <a:defRPr/>
            </a:lvl3pPr>
            <a:lvl4pPr marL="1371343" indent="0">
              <a:buNone/>
              <a:defRPr/>
            </a:lvl4pPr>
            <a:lvl5pPr marL="1828457" indent="0">
              <a:buNone/>
              <a:defRPr/>
            </a:lvl5pPr>
          </a:lstStyle>
          <a:p>
            <a:pPr lvl="0"/>
            <a:r>
              <a:rPr lang="en-GB" noProof="0" dirty="0"/>
              <a:t>”Click to add quote "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49436657-40B6-4B6C-5DDB-4F117FA518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5999" y="4495428"/>
            <a:ext cx="10160002" cy="64346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133">
                <a:solidFill>
                  <a:srgbClr val="501B4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14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229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343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457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8299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dia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712DB000-DA07-24E8-8A89-1254A95BC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2538" y="5929178"/>
            <a:ext cx="987318" cy="231403"/>
          </a:xfrm>
          <a:prstGeom prst="rect">
            <a:avLst/>
          </a:prstGeom>
        </p:spPr>
      </p:pic>
      <p:pic>
        <p:nvPicPr>
          <p:cNvPr id="14" name="Afbeelding 13" descr="Afbeelding met tekst, visitekaartje&#10;&#10;Automatisch gegenereerde beschrijving">
            <a:extLst>
              <a:ext uri="{FF2B5EF4-FFF2-40B4-BE49-F238E27FC236}">
                <a16:creationId xmlns:a16="http://schemas.microsoft.com/office/drawing/2014/main" id="{47136F6F-1A36-B9E4-FE4E-060F0E7365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558250" cy="4292352"/>
          </a:xfrm>
          <a:prstGeom prst="rect">
            <a:avLst/>
          </a:prstGeom>
        </p:spPr>
      </p:pic>
      <p:sp>
        <p:nvSpPr>
          <p:cNvPr id="15" name="Titel 1">
            <a:extLst>
              <a:ext uri="{FF2B5EF4-FFF2-40B4-BE49-F238E27FC236}">
                <a16:creationId xmlns:a16="http://schemas.microsoft.com/office/drawing/2014/main" id="{0A5B1906-D23A-5A37-7190-FA758CC368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3290" y="2310373"/>
            <a:ext cx="6987820" cy="111862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r">
              <a:defRPr sz="5865">
                <a:solidFill>
                  <a:srgbClr val="381639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BE" dirty="0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8B86AF18-DD1B-CBCF-913E-E2D69F2DD8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3999" y="3429001"/>
            <a:ext cx="10047111" cy="166254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5865" b="1">
                <a:solidFill>
                  <a:srgbClr val="DB322A"/>
                </a:solidFill>
                <a:latin typeface="+mn-lt"/>
              </a:defRPr>
            </a:lvl1pPr>
            <a:lvl2pPr marL="609486" indent="0" algn="ctr">
              <a:buNone/>
              <a:defRPr sz="2666"/>
            </a:lvl2pPr>
            <a:lvl3pPr marL="1218971" indent="0" algn="ctr">
              <a:buNone/>
              <a:defRPr sz="2400"/>
            </a:lvl3pPr>
            <a:lvl4pPr marL="1828457" indent="0" algn="ctr">
              <a:buNone/>
              <a:defRPr sz="2133"/>
            </a:lvl4pPr>
            <a:lvl5pPr marL="2437943" indent="0" algn="ctr">
              <a:buNone/>
              <a:defRPr sz="2133"/>
            </a:lvl5pPr>
            <a:lvl6pPr marL="3047428" indent="0" algn="ctr">
              <a:buNone/>
              <a:defRPr sz="2133"/>
            </a:lvl6pPr>
            <a:lvl7pPr marL="3656914" indent="0" algn="ctr">
              <a:buNone/>
              <a:defRPr sz="2133"/>
            </a:lvl7pPr>
            <a:lvl8pPr marL="4266400" indent="0" algn="ctr">
              <a:buNone/>
              <a:defRPr sz="2133"/>
            </a:lvl8pPr>
            <a:lvl9pPr marL="4875886" indent="0" algn="ctr">
              <a:buNone/>
              <a:defRPr sz="2133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subtitle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94317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6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4544678 #lights, #Europe, #planet, #Earth, wallpaper | Mocah HD Wallpapers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8" t="473" b="26116"/>
          <a:stretch/>
        </p:blipFill>
        <p:spPr bwMode="auto">
          <a:xfrm>
            <a:off x="0" y="-31750"/>
            <a:ext cx="12192000" cy="688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0" y="-19052"/>
            <a:ext cx="12191999" cy="6877523"/>
            <a:chOff x="0" y="-19052"/>
            <a:chExt cx="12191999" cy="6877523"/>
          </a:xfrm>
        </p:grpSpPr>
        <p:sp>
          <p:nvSpPr>
            <p:cNvPr id="7" name="Trapezoid 2"/>
            <p:cNvSpPr/>
            <p:nvPr/>
          </p:nvSpPr>
          <p:spPr>
            <a:xfrm>
              <a:off x="0" y="-19052"/>
              <a:ext cx="5165410" cy="6877523"/>
            </a:xfrm>
            <a:custGeom>
              <a:avLst/>
              <a:gdLst>
                <a:gd name="connsiteX0" fmla="*/ 0 w 6312023"/>
                <a:gd name="connsiteY0" fmla="*/ 6877522 h 6877522"/>
                <a:gd name="connsiteX1" fmla="*/ 1578006 w 6312023"/>
                <a:gd name="connsiteY1" fmla="*/ 0 h 6877522"/>
                <a:gd name="connsiteX2" fmla="*/ 4734017 w 6312023"/>
                <a:gd name="connsiteY2" fmla="*/ 0 h 6877522"/>
                <a:gd name="connsiteX3" fmla="*/ 6312023 w 6312023"/>
                <a:gd name="connsiteY3" fmla="*/ 6877522 h 6877522"/>
                <a:gd name="connsiteX4" fmla="*/ 0 w 6312023"/>
                <a:gd name="connsiteY4" fmla="*/ 6877522 h 6877522"/>
                <a:gd name="connsiteX0" fmla="*/ 11097 w 6323120"/>
                <a:gd name="connsiteY0" fmla="*/ 6877522 h 6877522"/>
                <a:gd name="connsiteX1" fmla="*/ 0 w 6323120"/>
                <a:gd name="connsiteY1" fmla="*/ 8878 h 6877522"/>
                <a:gd name="connsiteX2" fmla="*/ 4745114 w 6323120"/>
                <a:gd name="connsiteY2" fmla="*/ 0 h 6877522"/>
                <a:gd name="connsiteX3" fmla="*/ 6323120 w 6323120"/>
                <a:gd name="connsiteY3" fmla="*/ 6877522 h 6877522"/>
                <a:gd name="connsiteX4" fmla="*/ 11097 w 6323120"/>
                <a:gd name="connsiteY4" fmla="*/ 6877522 h 6877522"/>
                <a:gd name="connsiteX0" fmla="*/ 11097 w 6323120"/>
                <a:gd name="connsiteY0" fmla="*/ 6868644 h 6868644"/>
                <a:gd name="connsiteX1" fmla="*/ 0 w 6323120"/>
                <a:gd name="connsiteY1" fmla="*/ 0 h 6868644"/>
                <a:gd name="connsiteX2" fmla="*/ 3503864 w 6323120"/>
                <a:gd name="connsiteY2" fmla="*/ 175 h 6868644"/>
                <a:gd name="connsiteX3" fmla="*/ 6323120 w 6323120"/>
                <a:gd name="connsiteY3" fmla="*/ 6868644 h 6868644"/>
                <a:gd name="connsiteX4" fmla="*/ 11097 w 6323120"/>
                <a:gd name="connsiteY4" fmla="*/ 6868644 h 6868644"/>
                <a:gd name="connsiteX0" fmla="*/ 11097 w 6323120"/>
                <a:gd name="connsiteY0" fmla="*/ 6877523 h 6877523"/>
                <a:gd name="connsiteX1" fmla="*/ 0 w 6323120"/>
                <a:gd name="connsiteY1" fmla="*/ 8879 h 6877523"/>
                <a:gd name="connsiteX2" fmla="*/ 3426286 w 6323120"/>
                <a:gd name="connsiteY2" fmla="*/ 0 h 6877523"/>
                <a:gd name="connsiteX3" fmla="*/ 6323120 w 6323120"/>
                <a:gd name="connsiteY3" fmla="*/ 6877523 h 6877523"/>
                <a:gd name="connsiteX4" fmla="*/ 11097 w 6323120"/>
                <a:gd name="connsiteY4" fmla="*/ 6877523 h 6877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23120" h="6877523">
                  <a:moveTo>
                    <a:pt x="11097" y="6877523"/>
                  </a:moveTo>
                  <a:lnTo>
                    <a:pt x="0" y="8879"/>
                  </a:lnTo>
                  <a:lnTo>
                    <a:pt x="3426286" y="0"/>
                  </a:lnTo>
                  <a:lnTo>
                    <a:pt x="6323120" y="6877523"/>
                  </a:lnTo>
                  <a:lnTo>
                    <a:pt x="11097" y="6877523"/>
                  </a:lnTo>
                  <a:close/>
                </a:path>
              </a:pathLst>
            </a:custGeom>
            <a:solidFill>
              <a:srgbClr val="EE3126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3"/>
            <p:cNvSpPr/>
            <p:nvPr/>
          </p:nvSpPr>
          <p:spPr>
            <a:xfrm>
              <a:off x="1748118" y="4993982"/>
              <a:ext cx="3268948" cy="1444191"/>
            </a:xfrm>
            <a:custGeom>
              <a:avLst/>
              <a:gdLst>
                <a:gd name="connsiteX0" fmla="*/ 0 w 3576119"/>
                <a:gd name="connsiteY0" fmla="*/ 0 h 1095469"/>
                <a:gd name="connsiteX1" fmla="*/ 3576119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76119"/>
                <a:gd name="connsiteY0" fmla="*/ 0 h 1095469"/>
                <a:gd name="connsiteX1" fmla="*/ 3150606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48958"/>
                <a:gd name="connsiteY0" fmla="*/ 0 h 1104522"/>
                <a:gd name="connsiteX1" fmla="*/ 3150606 w 3548958"/>
                <a:gd name="connsiteY1" fmla="*/ 0 h 1104522"/>
                <a:gd name="connsiteX2" fmla="*/ 3548958 w 3548958"/>
                <a:gd name="connsiteY2" fmla="*/ 1104522 h 1104522"/>
                <a:gd name="connsiteX3" fmla="*/ 0 w 3548958"/>
                <a:gd name="connsiteY3" fmla="*/ 1095469 h 1104522"/>
                <a:gd name="connsiteX4" fmla="*/ 0 w 3548958"/>
                <a:gd name="connsiteY4" fmla="*/ 0 h 1104522"/>
                <a:gd name="connsiteX0" fmla="*/ 0 w 3548958"/>
                <a:gd name="connsiteY0" fmla="*/ 9054 h 1113576"/>
                <a:gd name="connsiteX1" fmla="*/ 3159660 w 3548958"/>
                <a:gd name="connsiteY1" fmla="*/ 0 h 1113576"/>
                <a:gd name="connsiteX2" fmla="*/ 3548958 w 3548958"/>
                <a:gd name="connsiteY2" fmla="*/ 1113576 h 1113576"/>
                <a:gd name="connsiteX3" fmla="*/ 0 w 3548958"/>
                <a:gd name="connsiteY3" fmla="*/ 1104523 h 1113576"/>
                <a:gd name="connsiteX4" fmla="*/ 0 w 3548958"/>
                <a:gd name="connsiteY4" fmla="*/ 9054 h 1113576"/>
                <a:gd name="connsiteX0" fmla="*/ 0 w 3548958"/>
                <a:gd name="connsiteY0" fmla="*/ 1 h 1104523"/>
                <a:gd name="connsiteX1" fmla="*/ 3177767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4428590"/>
                <a:gd name="connsiteY0" fmla="*/ 1 h 1099199"/>
                <a:gd name="connsiteX1" fmla="*/ 3177767 w 4428590"/>
                <a:gd name="connsiteY1" fmla="*/ 0 h 1099199"/>
                <a:gd name="connsiteX2" fmla="*/ 4428590 w 4428590"/>
                <a:gd name="connsiteY2" fmla="*/ 1099199 h 1099199"/>
                <a:gd name="connsiteX3" fmla="*/ 0 w 4428590"/>
                <a:gd name="connsiteY3" fmla="*/ 1095470 h 1099199"/>
                <a:gd name="connsiteX4" fmla="*/ 0 w 4428590"/>
                <a:gd name="connsiteY4" fmla="*/ 1 h 1099199"/>
                <a:gd name="connsiteX0" fmla="*/ 0 w 4428590"/>
                <a:gd name="connsiteY0" fmla="*/ 5325 h 1104523"/>
                <a:gd name="connsiteX1" fmla="*/ 3942664 w 4428590"/>
                <a:gd name="connsiteY1" fmla="*/ 0 h 1104523"/>
                <a:gd name="connsiteX2" fmla="*/ 4428590 w 4428590"/>
                <a:gd name="connsiteY2" fmla="*/ 1104523 h 1104523"/>
                <a:gd name="connsiteX3" fmla="*/ 0 w 4428590"/>
                <a:gd name="connsiteY3" fmla="*/ 1100794 h 1104523"/>
                <a:gd name="connsiteX4" fmla="*/ 0 w 4428590"/>
                <a:gd name="connsiteY4" fmla="*/ 5325 h 1104523"/>
                <a:gd name="connsiteX0" fmla="*/ 0 w 4428590"/>
                <a:gd name="connsiteY0" fmla="*/ 1 h 1099199"/>
                <a:gd name="connsiteX1" fmla="*/ 3939187 w 4428590"/>
                <a:gd name="connsiteY1" fmla="*/ 0 h 1099199"/>
                <a:gd name="connsiteX2" fmla="*/ 4428590 w 4428590"/>
                <a:gd name="connsiteY2" fmla="*/ 1099199 h 1099199"/>
                <a:gd name="connsiteX3" fmla="*/ 0 w 4428590"/>
                <a:gd name="connsiteY3" fmla="*/ 1095470 h 1099199"/>
                <a:gd name="connsiteX4" fmla="*/ 0 w 4428590"/>
                <a:gd name="connsiteY4" fmla="*/ 1 h 1099199"/>
                <a:gd name="connsiteX0" fmla="*/ 0 w 4428590"/>
                <a:gd name="connsiteY0" fmla="*/ 2663 h 1101861"/>
                <a:gd name="connsiteX1" fmla="*/ 3932233 w 4428590"/>
                <a:gd name="connsiteY1" fmla="*/ 0 h 1101861"/>
                <a:gd name="connsiteX2" fmla="*/ 4428590 w 4428590"/>
                <a:gd name="connsiteY2" fmla="*/ 1101861 h 1101861"/>
                <a:gd name="connsiteX3" fmla="*/ 0 w 4428590"/>
                <a:gd name="connsiteY3" fmla="*/ 1098132 h 1101861"/>
                <a:gd name="connsiteX4" fmla="*/ 0 w 4428590"/>
                <a:gd name="connsiteY4" fmla="*/ 2663 h 1101861"/>
                <a:gd name="connsiteX0" fmla="*/ 0 w 4428590"/>
                <a:gd name="connsiteY0" fmla="*/ 2663 h 1101861"/>
                <a:gd name="connsiteX1" fmla="*/ 3942663 w 4428590"/>
                <a:gd name="connsiteY1" fmla="*/ 0 h 1101861"/>
                <a:gd name="connsiteX2" fmla="*/ 4428590 w 4428590"/>
                <a:gd name="connsiteY2" fmla="*/ 1101861 h 1101861"/>
                <a:gd name="connsiteX3" fmla="*/ 0 w 4428590"/>
                <a:gd name="connsiteY3" fmla="*/ 1098132 h 1101861"/>
                <a:gd name="connsiteX4" fmla="*/ 0 w 4428590"/>
                <a:gd name="connsiteY4" fmla="*/ 2663 h 1101861"/>
                <a:gd name="connsiteX0" fmla="*/ 0 w 4428590"/>
                <a:gd name="connsiteY0" fmla="*/ 6509 h 1105707"/>
                <a:gd name="connsiteX1" fmla="*/ 3942663 w 4428590"/>
                <a:gd name="connsiteY1" fmla="*/ 0 h 1105707"/>
                <a:gd name="connsiteX2" fmla="*/ 4428590 w 4428590"/>
                <a:gd name="connsiteY2" fmla="*/ 1105707 h 1105707"/>
                <a:gd name="connsiteX3" fmla="*/ 0 w 4428590"/>
                <a:gd name="connsiteY3" fmla="*/ 1101978 h 1105707"/>
                <a:gd name="connsiteX4" fmla="*/ 0 w 4428590"/>
                <a:gd name="connsiteY4" fmla="*/ 6509 h 110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8590" h="1105707">
                  <a:moveTo>
                    <a:pt x="0" y="6509"/>
                  </a:moveTo>
                  <a:lnTo>
                    <a:pt x="3942663" y="0"/>
                  </a:lnTo>
                  <a:lnTo>
                    <a:pt x="4428590" y="1105707"/>
                  </a:lnTo>
                  <a:lnTo>
                    <a:pt x="0" y="1101978"/>
                  </a:lnTo>
                  <a:lnTo>
                    <a:pt x="0" y="6509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3"/>
            <p:cNvSpPr/>
            <p:nvPr/>
          </p:nvSpPr>
          <p:spPr>
            <a:xfrm flipH="1" flipV="1">
              <a:off x="4527974" y="4993981"/>
              <a:ext cx="7664025" cy="1451143"/>
            </a:xfrm>
            <a:custGeom>
              <a:avLst/>
              <a:gdLst>
                <a:gd name="connsiteX0" fmla="*/ 0 w 3576119"/>
                <a:gd name="connsiteY0" fmla="*/ 0 h 1095469"/>
                <a:gd name="connsiteX1" fmla="*/ 3576119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76119"/>
                <a:gd name="connsiteY0" fmla="*/ 0 h 1095469"/>
                <a:gd name="connsiteX1" fmla="*/ 3150606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48958"/>
                <a:gd name="connsiteY0" fmla="*/ 0 h 1104522"/>
                <a:gd name="connsiteX1" fmla="*/ 3150606 w 3548958"/>
                <a:gd name="connsiteY1" fmla="*/ 0 h 1104522"/>
                <a:gd name="connsiteX2" fmla="*/ 3548958 w 3548958"/>
                <a:gd name="connsiteY2" fmla="*/ 1104522 h 1104522"/>
                <a:gd name="connsiteX3" fmla="*/ 0 w 3548958"/>
                <a:gd name="connsiteY3" fmla="*/ 1095469 h 1104522"/>
                <a:gd name="connsiteX4" fmla="*/ 0 w 3548958"/>
                <a:gd name="connsiteY4" fmla="*/ 0 h 1104522"/>
                <a:gd name="connsiteX0" fmla="*/ 0 w 3548958"/>
                <a:gd name="connsiteY0" fmla="*/ 9054 h 1113576"/>
                <a:gd name="connsiteX1" fmla="*/ 3159660 w 3548958"/>
                <a:gd name="connsiteY1" fmla="*/ 0 h 1113576"/>
                <a:gd name="connsiteX2" fmla="*/ 3548958 w 3548958"/>
                <a:gd name="connsiteY2" fmla="*/ 1113576 h 1113576"/>
                <a:gd name="connsiteX3" fmla="*/ 0 w 3548958"/>
                <a:gd name="connsiteY3" fmla="*/ 1104523 h 1113576"/>
                <a:gd name="connsiteX4" fmla="*/ 0 w 3548958"/>
                <a:gd name="connsiteY4" fmla="*/ 9054 h 1113576"/>
                <a:gd name="connsiteX0" fmla="*/ 0 w 3548958"/>
                <a:gd name="connsiteY0" fmla="*/ 1 h 1104523"/>
                <a:gd name="connsiteX1" fmla="*/ 3177767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548958"/>
                <a:gd name="connsiteY0" fmla="*/ 1 h 1104523"/>
                <a:gd name="connsiteX1" fmla="*/ 3379225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548958"/>
                <a:gd name="connsiteY0" fmla="*/ 1 h 1104523"/>
                <a:gd name="connsiteX1" fmla="*/ 3021661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217741"/>
                <a:gd name="connsiteY0" fmla="*/ 1 h 1111387"/>
                <a:gd name="connsiteX1" fmla="*/ 3021661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1 h 1111387"/>
                <a:gd name="connsiteX1" fmla="*/ 3007064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1 h 1111387"/>
                <a:gd name="connsiteX1" fmla="*/ 3008524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0 h 1111386"/>
                <a:gd name="connsiteX1" fmla="*/ 3012904 w 3217741"/>
                <a:gd name="connsiteY1" fmla="*/ 2661 h 1111386"/>
                <a:gd name="connsiteX2" fmla="*/ 3217741 w 3217741"/>
                <a:gd name="connsiteY2" fmla="*/ 1111386 h 1111386"/>
                <a:gd name="connsiteX3" fmla="*/ 0 w 3217741"/>
                <a:gd name="connsiteY3" fmla="*/ 1095469 h 1111386"/>
                <a:gd name="connsiteX4" fmla="*/ 0 w 3217741"/>
                <a:gd name="connsiteY4" fmla="*/ 0 h 11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7741" h="1111386">
                  <a:moveTo>
                    <a:pt x="0" y="0"/>
                  </a:moveTo>
                  <a:lnTo>
                    <a:pt x="3012904" y="2661"/>
                  </a:lnTo>
                  <a:lnTo>
                    <a:pt x="3217741" y="1111386"/>
                  </a:lnTo>
                  <a:lnTo>
                    <a:pt x="0" y="1095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31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5722498" y="1358899"/>
            <a:ext cx="1575955" cy="3449837"/>
            <a:chOff x="5113867" y="1315782"/>
            <a:chExt cx="1951566" cy="4272066"/>
          </a:xfrm>
          <a:solidFill>
            <a:schemeClr val="bg1">
              <a:alpha val="3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862060" y="1315782"/>
              <a:ext cx="640340" cy="3633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lowchart: Manual Input 4"/>
            <p:cNvSpPr/>
            <p:nvPr/>
          </p:nvSpPr>
          <p:spPr>
            <a:xfrm>
              <a:off x="5247187" y="1315782"/>
              <a:ext cx="614873" cy="826782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35"/>
                <a:gd name="connsiteY0" fmla="*/ 4331 h 10000"/>
                <a:gd name="connsiteX1" fmla="*/ 10035 w 10035"/>
                <a:gd name="connsiteY1" fmla="*/ 0 h 10000"/>
                <a:gd name="connsiteX2" fmla="*/ 10035 w 10035"/>
                <a:gd name="connsiteY2" fmla="*/ 10000 h 10000"/>
                <a:gd name="connsiteX3" fmla="*/ 35 w 10035"/>
                <a:gd name="connsiteY3" fmla="*/ 10000 h 10000"/>
                <a:gd name="connsiteX4" fmla="*/ 0 w 10035"/>
                <a:gd name="connsiteY4" fmla="*/ 433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5" h="10000">
                  <a:moveTo>
                    <a:pt x="0" y="4331"/>
                  </a:moveTo>
                  <a:lnTo>
                    <a:pt x="10035" y="0"/>
                  </a:lnTo>
                  <a:lnTo>
                    <a:pt x="10035" y="10000"/>
                  </a:lnTo>
                  <a:lnTo>
                    <a:pt x="35" y="10000"/>
                  </a:lnTo>
                  <a:cubicBezTo>
                    <a:pt x="23" y="8110"/>
                    <a:pt x="12" y="6221"/>
                    <a:pt x="0" y="433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72666" y="2142564"/>
              <a:ext cx="189393" cy="28066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5769480" y="4291895"/>
              <a:ext cx="640340" cy="19515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2" name="Text Placeholder 21"/>
          <p:cNvSpPr>
            <a:spLocks noGrp="1"/>
          </p:cNvSpPr>
          <p:nvPr>
            <p:ph type="body" sz="quarter" idx="11" hasCustomPrompt="1"/>
          </p:nvPr>
        </p:nvSpPr>
        <p:spPr>
          <a:xfrm>
            <a:off x="4959975" y="5156402"/>
            <a:ext cx="5910299" cy="700486"/>
          </a:xfrm>
        </p:spPr>
        <p:txBody>
          <a:bodyPr/>
          <a:lstStyle>
            <a:lvl1pPr marL="0" indent="0">
              <a:buNone/>
              <a:defRPr lang="en-US" sz="4400" b="1" kern="1200" smtClean="0">
                <a:solidFill>
                  <a:schemeClr val="bg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Title of your session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4959977" y="5857358"/>
            <a:ext cx="5910298" cy="580815"/>
          </a:xfrm>
        </p:spPr>
        <p:txBody>
          <a:bodyPr>
            <a:norm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Presenter’s name @ One Europe Kick Off 2022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1905712" y="1358899"/>
            <a:ext cx="3592072" cy="2736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“Twice and thrice over, as they say, good is it to repeat and review what is good.”</a:t>
            </a:r>
            <a:b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</a:br>
            <a: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- Plato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92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612914-7F08-4B3C-86C1-3FF4B8B13496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accent3">
              <a:lumMod val="75000"/>
              <a:alpha val="20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4B13766-0D74-44BD-8CB4-05101DA22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88FCA32-DB67-40CF-9B32-C7DC8FD0D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8183712-A5CD-4131-9F05-849206502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06BED2FF-6281-4252-AAEA-92DD6D0EF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302A5345-E82F-4CC9-BE37-A69682538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7C103CC-7F05-4273-A307-8B34ACE1B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E925EBA9-E9D9-44D3-8D7E-31D53575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970D079F-E95B-4B3D-9D19-9EA0A62C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6E4E66E1-EF32-497D-9DD1-7614CD65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BCA64D64-CE0F-4541-AA23-37B8DDE17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A2D45EAB-45EF-480D-BDFE-47B47401A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5781B5A-1B4A-4A70-80FA-F7CADC446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7C29A47A-A17E-421C-B782-5942CAD17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BAD9B01C-AF02-4F39-8606-CEB2AC128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45584B4B-DCA7-4A3C-BAD1-05AE20BD7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00521576-D232-4822-AC25-080AAFB16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33FAD6CD-ADE7-4D0A-AD23-FF99D500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2BAC37B4-FFA5-4846-B8D0-70BABBB8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5F3844A-E67F-4055-8E29-FF7E21477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6AC48A80-50BF-4BBF-B5FD-AB3210AEB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E5A7620-AE11-4EE9-A211-5DCD66D32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E7678A5B-1FF5-441C-A4DE-642363D59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EBAF165F-E0E5-4EFF-B9CC-E97B1C793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46C9E236-D21E-4EB4-A577-FD6E2FC28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6A761220-4480-494E-8BA3-77CD529F5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1E5F2BAB-0AE2-488F-BF23-6761FF308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47" name="Freeform 35">
            <a:extLst>
              <a:ext uri="{FF2B5EF4-FFF2-40B4-BE49-F238E27FC236}">
                <a16:creationId xmlns:a16="http://schemas.microsoft.com/office/drawing/2014/main" id="{9EB97075-C1F6-4562-A9E8-41CBEB3F8575}"/>
              </a:ext>
            </a:extLst>
          </p:cNvPr>
          <p:cNvSpPr>
            <a:spLocks/>
          </p:cNvSpPr>
          <p:nvPr userDrawn="1"/>
        </p:nvSpPr>
        <p:spPr bwMode="auto">
          <a:xfrm>
            <a:off x="4114285" y="2514600"/>
            <a:ext cx="8095183" cy="3856038"/>
          </a:xfrm>
          <a:custGeom>
            <a:avLst/>
            <a:gdLst>
              <a:gd name="T0" fmla="*/ 5098 w 5098"/>
              <a:gd name="T1" fmla="*/ 0 h 2429"/>
              <a:gd name="T2" fmla="*/ 2433 w 5098"/>
              <a:gd name="T3" fmla="*/ 0 h 2429"/>
              <a:gd name="T4" fmla="*/ 0 w 5098"/>
              <a:gd name="T5" fmla="*/ 2429 h 2429"/>
              <a:gd name="T6" fmla="*/ 5098 w 5098"/>
              <a:gd name="T7" fmla="*/ 2429 h 2429"/>
              <a:gd name="T8" fmla="*/ 5098 w 5098"/>
              <a:gd name="T9" fmla="*/ 0 h 2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98" h="2429">
                <a:moveTo>
                  <a:pt x="5098" y="0"/>
                </a:moveTo>
                <a:lnTo>
                  <a:pt x="2433" y="0"/>
                </a:lnTo>
                <a:lnTo>
                  <a:pt x="0" y="2429"/>
                </a:lnTo>
                <a:lnTo>
                  <a:pt x="5098" y="2429"/>
                </a:lnTo>
                <a:lnTo>
                  <a:pt x="5098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48" name="Freeform 36">
            <a:extLst>
              <a:ext uri="{FF2B5EF4-FFF2-40B4-BE49-F238E27FC236}">
                <a16:creationId xmlns:a16="http://schemas.microsoft.com/office/drawing/2014/main" id="{D6040227-16A7-467F-AB3E-745F3A800F3A}"/>
              </a:ext>
            </a:extLst>
          </p:cNvPr>
          <p:cNvSpPr>
            <a:spLocks/>
          </p:cNvSpPr>
          <p:nvPr userDrawn="1"/>
        </p:nvSpPr>
        <p:spPr bwMode="auto">
          <a:xfrm>
            <a:off x="2365992" y="-1588"/>
            <a:ext cx="4901890" cy="2447925"/>
          </a:xfrm>
          <a:custGeom>
            <a:avLst/>
            <a:gdLst>
              <a:gd name="T0" fmla="*/ 3087 w 3087"/>
              <a:gd name="T1" fmla="*/ 0 h 1542"/>
              <a:gd name="T2" fmla="*/ 0 w 3087"/>
              <a:gd name="T3" fmla="*/ 0 h 1542"/>
              <a:gd name="T4" fmla="*/ 1545 w 3087"/>
              <a:gd name="T5" fmla="*/ 1542 h 1542"/>
              <a:gd name="T6" fmla="*/ 3087 w 3087"/>
              <a:gd name="T7" fmla="*/ 0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87" h="1542">
                <a:moveTo>
                  <a:pt x="3087" y="0"/>
                </a:moveTo>
                <a:lnTo>
                  <a:pt x="0" y="0"/>
                </a:lnTo>
                <a:lnTo>
                  <a:pt x="1545" y="1542"/>
                </a:lnTo>
                <a:lnTo>
                  <a:pt x="3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37">
            <a:extLst>
              <a:ext uri="{FF2B5EF4-FFF2-40B4-BE49-F238E27FC236}">
                <a16:creationId xmlns:a16="http://schemas.microsoft.com/office/drawing/2014/main" id="{49DC4E0C-A0DF-49F7-9F80-785E8FE45719}"/>
              </a:ext>
            </a:extLst>
          </p:cNvPr>
          <p:cNvSpPr>
            <a:spLocks/>
          </p:cNvSpPr>
          <p:nvPr userDrawn="1"/>
        </p:nvSpPr>
        <p:spPr bwMode="auto">
          <a:xfrm>
            <a:off x="9529" y="-1587"/>
            <a:ext cx="6234148" cy="6867525"/>
          </a:xfrm>
          <a:custGeom>
            <a:avLst/>
            <a:gdLst>
              <a:gd name="T0" fmla="*/ 951 w 3926"/>
              <a:gd name="T1" fmla="*/ 0 h 4326"/>
              <a:gd name="T2" fmla="*/ 0 w 3926"/>
              <a:gd name="T3" fmla="*/ 950 h 4326"/>
              <a:gd name="T4" fmla="*/ 0 w 3926"/>
              <a:gd name="T5" fmla="*/ 4163 h 4326"/>
              <a:gd name="T6" fmla="*/ 163 w 3926"/>
              <a:gd name="T7" fmla="*/ 4326 h 4326"/>
              <a:gd name="T8" fmla="*/ 2155 w 3926"/>
              <a:gd name="T9" fmla="*/ 4326 h 4326"/>
              <a:gd name="T10" fmla="*/ 3926 w 3926"/>
              <a:gd name="T11" fmla="*/ 2558 h 4326"/>
              <a:gd name="T12" fmla="*/ 1367 w 3926"/>
              <a:gd name="T13" fmla="*/ 0 h 4326"/>
              <a:gd name="T14" fmla="*/ 951 w 3926"/>
              <a:gd name="T15" fmla="*/ 0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26" h="4326">
                <a:moveTo>
                  <a:pt x="951" y="0"/>
                </a:moveTo>
                <a:lnTo>
                  <a:pt x="0" y="950"/>
                </a:lnTo>
                <a:lnTo>
                  <a:pt x="0" y="4163"/>
                </a:lnTo>
                <a:lnTo>
                  <a:pt x="163" y="4326"/>
                </a:lnTo>
                <a:lnTo>
                  <a:pt x="2155" y="4326"/>
                </a:lnTo>
                <a:lnTo>
                  <a:pt x="3926" y="2558"/>
                </a:lnTo>
                <a:lnTo>
                  <a:pt x="1367" y="0"/>
                </a:lnTo>
                <a:lnTo>
                  <a:pt x="951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DCFF320-6449-47E5-BEA8-83D64118EF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123" y="0"/>
            <a:ext cx="6261452" cy="6865937"/>
          </a:xfrm>
          <a:custGeom>
            <a:avLst/>
            <a:gdLst>
              <a:gd name="connsiteX0" fmla="*/ 1535035 w 6259821"/>
              <a:gd name="connsiteY0" fmla="*/ 0 h 6865937"/>
              <a:gd name="connsiteX1" fmla="*/ 2192089 w 6259821"/>
              <a:gd name="connsiteY1" fmla="*/ 0 h 6865937"/>
              <a:gd name="connsiteX2" fmla="*/ 6259821 w 6259821"/>
              <a:gd name="connsiteY2" fmla="*/ 4055587 h 6865937"/>
              <a:gd name="connsiteX3" fmla="*/ 3441054 w 6259821"/>
              <a:gd name="connsiteY3" fmla="*/ 6865937 h 6865937"/>
              <a:gd name="connsiteX4" fmla="*/ 286070 w 6259821"/>
              <a:gd name="connsiteY4" fmla="*/ 6865937 h 6865937"/>
              <a:gd name="connsiteX5" fmla="*/ 0 w 6259821"/>
              <a:gd name="connsiteY5" fmla="*/ 6580722 h 6865937"/>
              <a:gd name="connsiteX6" fmla="*/ 0 w 6259821"/>
              <a:gd name="connsiteY6" fmla="*/ 1530452 h 686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9821" h="6865937">
                <a:moveTo>
                  <a:pt x="1535035" y="0"/>
                </a:moveTo>
                <a:lnTo>
                  <a:pt x="2192089" y="0"/>
                </a:lnTo>
                <a:lnTo>
                  <a:pt x="6259821" y="4055587"/>
                </a:lnTo>
                <a:lnTo>
                  <a:pt x="3441054" y="6865937"/>
                </a:lnTo>
                <a:lnTo>
                  <a:pt x="286070" y="6865937"/>
                </a:lnTo>
                <a:lnTo>
                  <a:pt x="0" y="6580722"/>
                </a:lnTo>
                <a:lnTo>
                  <a:pt x="0" y="15304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16267" y="4534680"/>
            <a:ext cx="4766134" cy="610820"/>
          </a:xfrm>
        </p:spPr>
        <p:txBody>
          <a:bodyPr anchor="b">
            <a:noAutofit/>
          </a:bodyPr>
          <a:lstStyle>
            <a:lvl1pPr algn="r">
              <a:defRPr lang="en-US" sz="4400" b="1" kern="1200" smtClean="0">
                <a:solidFill>
                  <a:schemeClr val="bg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6266" y="5155768"/>
            <a:ext cx="4766134" cy="713221"/>
          </a:xfrm>
        </p:spPr>
        <p:txBody>
          <a:bodyPr>
            <a:noAutofit/>
          </a:bodyPr>
          <a:lstStyle>
            <a:lvl1pPr marL="0" indent="0" algn="r">
              <a:buNone/>
              <a:defRPr lang="en-US" sz="2800" kern="1200" smtClean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6" name="Freeform 34">
            <a:extLst>
              <a:ext uri="{FF2B5EF4-FFF2-40B4-BE49-F238E27FC236}">
                <a16:creationId xmlns:a16="http://schemas.microsoft.com/office/drawing/2014/main" id="{9AB39373-4034-463F-B6F8-2E15846F6900}"/>
              </a:ext>
            </a:extLst>
          </p:cNvPr>
          <p:cNvSpPr>
            <a:spLocks/>
          </p:cNvSpPr>
          <p:nvPr userDrawn="1"/>
        </p:nvSpPr>
        <p:spPr bwMode="auto">
          <a:xfrm>
            <a:off x="4914593" y="1116014"/>
            <a:ext cx="2848717" cy="2843213"/>
          </a:xfrm>
          <a:custGeom>
            <a:avLst/>
            <a:gdLst>
              <a:gd name="T0" fmla="*/ 897 w 1794"/>
              <a:gd name="T1" fmla="*/ 1791 h 1791"/>
              <a:gd name="T2" fmla="*/ 0 w 1794"/>
              <a:gd name="T3" fmla="*/ 895 h 1791"/>
              <a:gd name="T4" fmla="*/ 897 w 1794"/>
              <a:gd name="T5" fmla="*/ 0 h 1791"/>
              <a:gd name="T6" fmla="*/ 1794 w 1794"/>
              <a:gd name="T7" fmla="*/ 895 h 1791"/>
              <a:gd name="T8" fmla="*/ 897 w 1794"/>
              <a:gd name="T9" fmla="*/ 1791 h 1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4" h="1791">
                <a:moveTo>
                  <a:pt x="897" y="1791"/>
                </a:moveTo>
                <a:lnTo>
                  <a:pt x="0" y="895"/>
                </a:lnTo>
                <a:lnTo>
                  <a:pt x="897" y="0"/>
                </a:lnTo>
                <a:lnTo>
                  <a:pt x="1794" y="895"/>
                </a:lnTo>
                <a:lnTo>
                  <a:pt x="897" y="179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229135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612914-7F08-4B3C-86C1-3FF4B8B13496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bg1">
              <a:lumMod val="95000"/>
              <a:alpha val="20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4B13766-0D74-44BD-8CB4-05101DA22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88FCA32-DB67-40CF-9B32-C7DC8FD0D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8183712-A5CD-4131-9F05-849206502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06BED2FF-6281-4252-AAEA-92DD6D0EF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302A5345-E82F-4CC9-BE37-A69682538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7C103CC-7F05-4273-A307-8B34ACE1B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E925EBA9-E9D9-44D3-8D7E-31D53575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970D079F-E95B-4B3D-9D19-9EA0A62C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6E4E66E1-EF32-497D-9DD1-7614CD65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BCA64D64-CE0F-4541-AA23-37B8DDE17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A2D45EAB-45EF-480D-BDFE-47B47401A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5781B5A-1B4A-4A70-80FA-F7CADC446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7C29A47A-A17E-421C-B782-5942CAD17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BAD9B01C-AF02-4F39-8606-CEB2AC128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45584B4B-DCA7-4A3C-BAD1-05AE20BD7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00521576-D232-4822-AC25-080AAFB16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33FAD6CD-ADE7-4D0A-AD23-FF99D500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2BAC37B4-FFA5-4846-B8D0-70BABBB8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5F3844A-E67F-4055-8E29-FF7E21477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6AC48A80-50BF-4BBF-B5FD-AB3210AEB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E5A7620-AE11-4EE9-A211-5DCD66D32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E7678A5B-1FF5-441C-A4DE-642363D59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EBAF165F-E0E5-4EFF-B9CC-E97B1C793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46C9E236-D21E-4EB4-A577-FD6E2FC28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6A761220-4480-494E-8BA3-77CD529F5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1E5F2BAB-0AE2-488F-BF23-6761FF308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46" name="Freeform 34">
            <a:extLst>
              <a:ext uri="{FF2B5EF4-FFF2-40B4-BE49-F238E27FC236}">
                <a16:creationId xmlns:a16="http://schemas.microsoft.com/office/drawing/2014/main" id="{9AB39373-4034-463F-B6F8-2E15846F6900}"/>
              </a:ext>
            </a:extLst>
          </p:cNvPr>
          <p:cNvSpPr>
            <a:spLocks/>
          </p:cNvSpPr>
          <p:nvPr userDrawn="1"/>
        </p:nvSpPr>
        <p:spPr bwMode="auto">
          <a:xfrm>
            <a:off x="4914593" y="1116014"/>
            <a:ext cx="2848717" cy="2843213"/>
          </a:xfrm>
          <a:custGeom>
            <a:avLst/>
            <a:gdLst>
              <a:gd name="T0" fmla="*/ 897 w 1794"/>
              <a:gd name="T1" fmla="*/ 1791 h 1791"/>
              <a:gd name="T2" fmla="*/ 0 w 1794"/>
              <a:gd name="T3" fmla="*/ 895 h 1791"/>
              <a:gd name="T4" fmla="*/ 897 w 1794"/>
              <a:gd name="T5" fmla="*/ 0 h 1791"/>
              <a:gd name="T6" fmla="*/ 1794 w 1794"/>
              <a:gd name="T7" fmla="*/ 895 h 1791"/>
              <a:gd name="T8" fmla="*/ 897 w 1794"/>
              <a:gd name="T9" fmla="*/ 1791 h 1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4" h="1791">
                <a:moveTo>
                  <a:pt x="897" y="1791"/>
                </a:moveTo>
                <a:lnTo>
                  <a:pt x="0" y="895"/>
                </a:lnTo>
                <a:lnTo>
                  <a:pt x="897" y="0"/>
                </a:lnTo>
                <a:lnTo>
                  <a:pt x="1794" y="895"/>
                </a:lnTo>
                <a:lnTo>
                  <a:pt x="897" y="17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47" name="Freeform 35">
            <a:extLst>
              <a:ext uri="{FF2B5EF4-FFF2-40B4-BE49-F238E27FC236}">
                <a16:creationId xmlns:a16="http://schemas.microsoft.com/office/drawing/2014/main" id="{9EB97075-C1F6-4562-A9E8-41CBEB3F8575}"/>
              </a:ext>
            </a:extLst>
          </p:cNvPr>
          <p:cNvSpPr>
            <a:spLocks/>
          </p:cNvSpPr>
          <p:nvPr userDrawn="1"/>
        </p:nvSpPr>
        <p:spPr bwMode="auto">
          <a:xfrm>
            <a:off x="4114285" y="2514600"/>
            <a:ext cx="8095183" cy="3856038"/>
          </a:xfrm>
          <a:custGeom>
            <a:avLst/>
            <a:gdLst>
              <a:gd name="T0" fmla="*/ 5098 w 5098"/>
              <a:gd name="T1" fmla="*/ 0 h 2429"/>
              <a:gd name="T2" fmla="*/ 2433 w 5098"/>
              <a:gd name="T3" fmla="*/ 0 h 2429"/>
              <a:gd name="T4" fmla="*/ 0 w 5098"/>
              <a:gd name="T5" fmla="*/ 2429 h 2429"/>
              <a:gd name="T6" fmla="*/ 5098 w 5098"/>
              <a:gd name="T7" fmla="*/ 2429 h 2429"/>
              <a:gd name="T8" fmla="*/ 5098 w 5098"/>
              <a:gd name="T9" fmla="*/ 0 h 2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98" h="2429">
                <a:moveTo>
                  <a:pt x="5098" y="0"/>
                </a:moveTo>
                <a:lnTo>
                  <a:pt x="2433" y="0"/>
                </a:lnTo>
                <a:lnTo>
                  <a:pt x="0" y="2429"/>
                </a:lnTo>
                <a:lnTo>
                  <a:pt x="5098" y="2429"/>
                </a:lnTo>
                <a:lnTo>
                  <a:pt x="5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48" name="Freeform 36">
            <a:extLst>
              <a:ext uri="{FF2B5EF4-FFF2-40B4-BE49-F238E27FC236}">
                <a16:creationId xmlns:a16="http://schemas.microsoft.com/office/drawing/2014/main" id="{D6040227-16A7-467F-AB3E-745F3A800F3A}"/>
              </a:ext>
            </a:extLst>
          </p:cNvPr>
          <p:cNvSpPr>
            <a:spLocks/>
          </p:cNvSpPr>
          <p:nvPr userDrawn="1"/>
        </p:nvSpPr>
        <p:spPr bwMode="auto">
          <a:xfrm>
            <a:off x="2365992" y="-1588"/>
            <a:ext cx="4901890" cy="2447925"/>
          </a:xfrm>
          <a:custGeom>
            <a:avLst/>
            <a:gdLst>
              <a:gd name="T0" fmla="*/ 3087 w 3087"/>
              <a:gd name="T1" fmla="*/ 0 h 1542"/>
              <a:gd name="T2" fmla="*/ 0 w 3087"/>
              <a:gd name="T3" fmla="*/ 0 h 1542"/>
              <a:gd name="T4" fmla="*/ 1545 w 3087"/>
              <a:gd name="T5" fmla="*/ 1542 h 1542"/>
              <a:gd name="T6" fmla="*/ 3087 w 3087"/>
              <a:gd name="T7" fmla="*/ 0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87" h="1542">
                <a:moveTo>
                  <a:pt x="3087" y="0"/>
                </a:moveTo>
                <a:lnTo>
                  <a:pt x="0" y="0"/>
                </a:lnTo>
                <a:lnTo>
                  <a:pt x="1545" y="1542"/>
                </a:lnTo>
                <a:lnTo>
                  <a:pt x="3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37">
            <a:extLst>
              <a:ext uri="{FF2B5EF4-FFF2-40B4-BE49-F238E27FC236}">
                <a16:creationId xmlns:a16="http://schemas.microsoft.com/office/drawing/2014/main" id="{49DC4E0C-A0DF-49F7-9F80-785E8FE45719}"/>
              </a:ext>
            </a:extLst>
          </p:cNvPr>
          <p:cNvSpPr>
            <a:spLocks/>
          </p:cNvSpPr>
          <p:nvPr userDrawn="1"/>
        </p:nvSpPr>
        <p:spPr bwMode="auto">
          <a:xfrm>
            <a:off x="9529" y="-1587"/>
            <a:ext cx="6234148" cy="6867525"/>
          </a:xfrm>
          <a:custGeom>
            <a:avLst/>
            <a:gdLst>
              <a:gd name="T0" fmla="*/ 951 w 3926"/>
              <a:gd name="T1" fmla="*/ 0 h 4326"/>
              <a:gd name="T2" fmla="*/ 0 w 3926"/>
              <a:gd name="T3" fmla="*/ 950 h 4326"/>
              <a:gd name="T4" fmla="*/ 0 w 3926"/>
              <a:gd name="T5" fmla="*/ 4163 h 4326"/>
              <a:gd name="T6" fmla="*/ 163 w 3926"/>
              <a:gd name="T7" fmla="*/ 4326 h 4326"/>
              <a:gd name="T8" fmla="*/ 2155 w 3926"/>
              <a:gd name="T9" fmla="*/ 4326 h 4326"/>
              <a:gd name="T10" fmla="*/ 3926 w 3926"/>
              <a:gd name="T11" fmla="*/ 2558 h 4326"/>
              <a:gd name="T12" fmla="*/ 1367 w 3926"/>
              <a:gd name="T13" fmla="*/ 0 h 4326"/>
              <a:gd name="T14" fmla="*/ 951 w 3926"/>
              <a:gd name="T15" fmla="*/ 0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26" h="4326">
                <a:moveTo>
                  <a:pt x="951" y="0"/>
                </a:moveTo>
                <a:lnTo>
                  <a:pt x="0" y="950"/>
                </a:lnTo>
                <a:lnTo>
                  <a:pt x="0" y="4163"/>
                </a:lnTo>
                <a:lnTo>
                  <a:pt x="163" y="4326"/>
                </a:lnTo>
                <a:lnTo>
                  <a:pt x="2155" y="4326"/>
                </a:lnTo>
                <a:lnTo>
                  <a:pt x="3926" y="2558"/>
                </a:lnTo>
                <a:lnTo>
                  <a:pt x="1367" y="0"/>
                </a:lnTo>
                <a:lnTo>
                  <a:pt x="951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DCFF320-6449-47E5-BEA8-83D64118EF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123" y="0"/>
            <a:ext cx="6261452" cy="6865937"/>
          </a:xfrm>
          <a:custGeom>
            <a:avLst/>
            <a:gdLst>
              <a:gd name="connsiteX0" fmla="*/ 1535035 w 6259821"/>
              <a:gd name="connsiteY0" fmla="*/ 0 h 6865937"/>
              <a:gd name="connsiteX1" fmla="*/ 2192089 w 6259821"/>
              <a:gd name="connsiteY1" fmla="*/ 0 h 6865937"/>
              <a:gd name="connsiteX2" fmla="*/ 6259821 w 6259821"/>
              <a:gd name="connsiteY2" fmla="*/ 4055587 h 6865937"/>
              <a:gd name="connsiteX3" fmla="*/ 3441054 w 6259821"/>
              <a:gd name="connsiteY3" fmla="*/ 6865937 h 6865937"/>
              <a:gd name="connsiteX4" fmla="*/ 286070 w 6259821"/>
              <a:gd name="connsiteY4" fmla="*/ 6865937 h 6865937"/>
              <a:gd name="connsiteX5" fmla="*/ 0 w 6259821"/>
              <a:gd name="connsiteY5" fmla="*/ 6580722 h 6865937"/>
              <a:gd name="connsiteX6" fmla="*/ 0 w 6259821"/>
              <a:gd name="connsiteY6" fmla="*/ 1530452 h 686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9821" h="6865937">
                <a:moveTo>
                  <a:pt x="1535035" y="0"/>
                </a:moveTo>
                <a:lnTo>
                  <a:pt x="2192089" y="0"/>
                </a:lnTo>
                <a:lnTo>
                  <a:pt x="6259821" y="4055587"/>
                </a:lnTo>
                <a:lnTo>
                  <a:pt x="3441054" y="6865937"/>
                </a:lnTo>
                <a:lnTo>
                  <a:pt x="286070" y="6865937"/>
                </a:lnTo>
                <a:lnTo>
                  <a:pt x="0" y="6580722"/>
                </a:lnTo>
                <a:lnTo>
                  <a:pt x="0" y="15304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16267" y="4534680"/>
            <a:ext cx="4766134" cy="610820"/>
          </a:xfrm>
        </p:spPr>
        <p:txBody>
          <a:bodyPr anchor="b">
            <a:noAutofit/>
          </a:bodyPr>
          <a:lstStyle>
            <a:lvl1pPr algn="r">
              <a:defRPr lang="en-US" sz="4400" b="1" kern="1200" smtClean="0">
                <a:solidFill>
                  <a:schemeClr val="bg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6266" y="5155768"/>
            <a:ext cx="4766134" cy="713221"/>
          </a:xfrm>
        </p:spPr>
        <p:txBody>
          <a:bodyPr>
            <a:noAutofit/>
          </a:bodyPr>
          <a:lstStyle>
            <a:lvl1pPr marL="0" indent="0" algn="r">
              <a:buNone/>
              <a:defRPr lang="en-US" sz="2800" kern="1200" smtClean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71394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3">
            <a:extLst>
              <a:ext uri="{FF2B5EF4-FFF2-40B4-BE49-F238E27FC236}">
                <a16:creationId xmlns:a16="http://schemas.microsoft.com/office/drawing/2014/main" id="{18558D27-030C-4E5C-BA9F-D8CCA9A81AAD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09035D-E36F-4085-BA02-E7A78C2ECDEF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12143D-7E1D-4CF1-9576-B571DE6CFB53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accent1">
              <a:lumMod val="75000"/>
              <a:alpha val="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B1100FD-F93B-428D-8B27-AC32C708D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0A323D9-B1A7-4EBE-A7F9-E58D9065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4F78406-BBF6-4F20-9C68-87EC6C153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893A239A-824A-4CF3-83D1-5F5E5A279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2248D58E-3A25-4F10-9B59-306F2E913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F04E1DB8-52A5-49A0-A59F-F4F84B125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AEB1F20C-23EB-4FF4-8FA4-EAA738565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7EF34CE-DECD-4861-A121-584AE3CAA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AA2A589A-31C1-423A-80FA-E6C228452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703E5B3E-C67E-48D9-964D-943B90690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B6E68723-DD2C-4FD1-B105-A60CA6230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68AB7ACA-FA92-4F24-8087-82EE66B0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0F5796F9-3F2A-4DA3-B0FA-95D9E0FC4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AAE2AA10-A73F-45B0-98F7-E96967497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44753E4A-601E-4504-9C3A-1FC1FF26F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7654CD76-9373-4D9D-ACDF-915C09F13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1BCF7AE8-DFED-4636-94BB-B2665FBFB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AA7116C2-294C-4D6D-937F-C48EF750E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17339559-16F3-4044-8099-160F6E55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CA493782-B3B4-4B4E-9E49-4E463577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3E1FA659-1C68-408D-994C-0FA7103A0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E19A0316-6EB8-48D9-AE3B-53C4B0349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F1647C2D-02DB-400F-89CE-686FCF576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F58003BC-B11A-48FE-BA41-57176559F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F26EDC02-F426-40A2-84E5-3C0708D6D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ADCCF8F2-1909-4587-8338-BFE27B15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626624" y="2623309"/>
            <a:ext cx="4262718" cy="3660715"/>
            <a:chOff x="7626624" y="2623309"/>
            <a:chExt cx="4262718" cy="3660715"/>
          </a:xfrm>
        </p:grpSpPr>
        <p:pic>
          <p:nvPicPr>
            <p:cNvPr id="43" name="Picture 15" descr="Europe Map transparent PNG - StickPNG"/>
            <p:cNvPicPr>
              <a:picLocks noChangeAspect="1" noChangeArrowheads="1"/>
            </p:cNvPicPr>
            <p:nvPr userDrawn="1"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831" y="3183126"/>
              <a:ext cx="3625031" cy="2719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9" name="Group 38"/>
            <p:cNvGrpSpPr/>
            <p:nvPr userDrawn="1"/>
          </p:nvGrpSpPr>
          <p:grpSpPr>
            <a:xfrm>
              <a:off x="7626624" y="2623309"/>
              <a:ext cx="4262718" cy="3660715"/>
              <a:chOff x="7626624" y="2623309"/>
              <a:chExt cx="4262718" cy="3660715"/>
            </a:xfrm>
          </p:grpSpPr>
          <p:grpSp>
            <p:nvGrpSpPr>
              <p:cNvPr id="49" name="Group 48"/>
              <p:cNvGrpSpPr/>
              <p:nvPr userDrawn="1"/>
            </p:nvGrpSpPr>
            <p:grpSpPr>
              <a:xfrm>
                <a:off x="9080419" y="3017985"/>
                <a:ext cx="879646" cy="1925585"/>
                <a:chOff x="5113867" y="1315782"/>
                <a:chExt cx="1951566" cy="4272066"/>
              </a:xfrm>
              <a:solidFill>
                <a:schemeClr val="accent1">
                  <a:lumMod val="20000"/>
                  <a:lumOff val="80000"/>
                  <a:alpha val="65000"/>
                </a:schemeClr>
              </a:solidFill>
            </p:grpSpPr>
            <p:sp>
              <p:nvSpPr>
                <p:cNvPr id="50" name="Rectangle 49"/>
                <p:cNvSpPr/>
                <p:nvPr/>
              </p:nvSpPr>
              <p:spPr>
                <a:xfrm>
                  <a:off x="5862060" y="1315782"/>
                  <a:ext cx="640340" cy="363344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lowchart: Manual Input 4"/>
                <p:cNvSpPr/>
                <p:nvPr/>
              </p:nvSpPr>
              <p:spPr>
                <a:xfrm>
                  <a:off x="5247187" y="1315782"/>
                  <a:ext cx="614873" cy="826782"/>
                </a:xfrm>
                <a:custGeom>
                  <a:avLst/>
                  <a:gdLst>
                    <a:gd name="connsiteX0" fmla="*/ 0 w 10000"/>
                    <a:gd name="connsiteY0" fmla="*/ 2000 h 10000"/>
                    <a:gd name="connsiteX1" fmla="*/ 10000 w 10000"/>
                    <a:gd name="connsiteY1" fmla="*/ 0 h 10000"/>
                    <a:gd name="connsiteX2" fmla="*/ 10000 w 10000"/>
                    <a:gd name="connsiteY2" fmla="*/ 10000 h 10000"/>
                    <a:gd name="connsiteX3" fmla="*/ 0 w 10000"/>
                    <a:gd name="connsiteY3" fmla="*/ 10000 h 10000"/>
                    <a:gd name="connsiteX4" fmla="*/ 0 w 10000"/>
                    <a:gd name="connsiteY4" fmla="*/ 2000 h 10000"/>
                    <a:gd name="connsiteX0" fmla="*/ 0 w 10035"/>
                    <a:gd name="connsiteY0" fmla="*/ 4331 h 10000"/>
                    <a:gd name="connsiteX1" fmla="*/ 10035 w 10035"/>
                    <a:gd name="connsiteY1" fmla="*/ 0 h 10000"/>
                    <a:gd name="connsiteX2" fmla="*/ 10035 w 10035"/>
                    <a:gd name="connsiteY2" fmla="*/ 10000 h 10000"/>
                    <a:gd name="connsiteX3" fmla="*/ 35 w 10035"/>
                    <a:gd name="connsiteY3" fmla="*/ 10000 h 10000"/>
                    <a:gd name="connsiteX4" fmla="*/ 0 w 10035"/>
                    <a:gd name="connsiteY4" fmla="*/ 4331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35" h="10000">
                      <a:moveTo>
                        <a:pt x="0" y="4331"/>
                      </a:moveTo>
                      <a:lnTo>
                        <a:pt x="10035" y="0"/>
                      </a:lnTo>
                      <a:lnTo>
                        <a:pt x="10035" y="10000"/>
                      </a:lnTo>
                      <a:lnTo>
                        <a:pt x="35" y="10000"/>
                      </a:lnTo>
                      <a:cubicBezTo>
                        <a:pt x="23" y="8110"/>
                        <a:pt x="12" y="6221"/>
                        <a:pt x="0" y="43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5672666" y="2142564"/>
                  <a:ext cx="189393" cy="28066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 rot="5400000">
                  <a:off x="5769480" y="4291895"/>
                  <a:ext cx="640340" cy="195156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Rectangle 40"/>
              <p:cNvSpPr/>
              <p:nvPr userDrawn="1"/>
            </p:nvSpPr>
            <p:spPr>
              <a:xfrm>
                <a:off x="7626624" y="2623309"/>
                <a:ext cx="4262718" cy="366071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4905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18558D27-030C-4E5C-BA9F-D8CCA9A81AAD}"/>
              </a:ext>
            </a:extLst>
          </p:cNvPr>
          <p:cNvSpPr/>
          <p:nvPr userDrawn="1"/>
        </p:nvSpPr>
        <p:spPr>
          <a:xfrm flipH="1" flipV="1">
            <a:off x="-2" y="1346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Freeform: Shape 36">
            <a:extLst>
              <a:ext uri="{FF2B5EF4-FFF2-40B4-BE49-F238E27FC236}">
                <a16:creationId xmlns:a16="http://schemas.microsoft.com/office/drawing/2014/main" id="{5109035D-E36F-4085-BA02-E7A78C2ECDEF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12143D-7E1D-4CF1-9576-B571DE6CFB53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bg1">
              <a:lumMod val="75000"/>
              <a:alpha val="5000"/>
            </a:schemeClr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B1100FD-F93B-428D-8B27-AC32C708D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0A323D9-B1A7-4EBE-A7F9-E58D9065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C4F78406-BBF6-4F20-9C68-87EC6C153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93A239A-824A-4CF3-83D1-5F5E5A279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248D58E-3A25-4F10-9B59-306F2E913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04E1DB8-52A5-49A0-A59F-F4F84B125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B1F20C-23EB-4FF4-8FA4-EAA738565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D7EF34CE-DECD-4861-A121-584AE3CAA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AA2A589A-31C1-423A-80FA-E6C228452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03E5B3E-C67E-48D9-964D-943B90690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6E68723-DD2C-4FD1-B105-A60CA6230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68AB7ACA-FA92-4F24-8087-82EE66B0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F5796F9-3F2A-4DA3-B0FA-95D9E0FC4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AAE2AA10-A73F-45B0-98F7-E96967497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44753E4A-601E-4504-9C3A-1FC1FF26F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7654CD76-9373-4D9D-ACDF-915C09F13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1BCF7AE8-DFED-4636-94BB-B2665FBFB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AA7116C2-294C-4D6D-937F-C48EF750E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17339559-16F3-4044-8099-160F6E55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CA493782-B3B4-4B4E-9E49-4E463577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3E1FA659-1C68-408D-994C-0FA7103A0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E19A0316-6EB8-48D9-AE3B-53C4B0349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F1647C2D-02DB-400F-89CE-686FCF576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F58003BC-B11A-48FE-BA41-57176559F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F26EDC02-F426-40A2-84E5-3C0708D6D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ADCCF8F2-1909-4587-8338-BFE27B15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28843276-684E-4D63-A09E-5C1B6D4DC23C}"/>
              </a:ext>
            </a:extLst>
          </p:cNvPr>
          <p:cNvSpPr/>
          <p:nvPr userDrawn="1"/>
        </p:nvSpPr>
        <p:spPr>
          <a:xfrm rot="5400000">
            <a:off x="-260640" y="619107"/>
            <a:ext cx="711083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7" name="Title Placeholder 1"/>
          <p:cNvSpPr>
            <a:spLocks noGrp="1"/>
          </p:cNvSpPr>
          <p:nvPr>
            <p:ph type="title"/>
          </p:nvPr>
        </p:nvSpPr>
        <p:spPr>
          <a:xfrm>
            <a:off x="599053" y="358470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38" name="Rectangle 3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30431069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>
            <a:extLst>
              <a:ext uri="{FF2B5EF4-FFF2-40B4-BE49-F238E27FC236}">
                <a16:creationId xmlns:a16="http://schemas.microsoft.com/office/drawing/2014/main" id="{9F41255E-A4F9-4738-A4A7-583546D8CB43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44BA29-30D2-45A6-B3A1-9603586746DB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285450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2300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 15" descr="Europe Map transparent PNG - StickPNG"/>
          <p:cNvPicPr>
            <a:picLocks noChangeAspect="1" noChangeArrowheads="1"/>
          </p:cNvPicPr>
          <p:nvPr userDrawn="1"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768" y="3031515"/>
            <a:ext cx="3457410" cy="259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8">
            <a:extLst>
              <a:ext uri="{FF2B5EF4-FFF2-40B4-BE49-F238E27FC236}">
                <a16:creationId xmlns:a16="http://schemas.microsoft.com/office/drawing/2014/main" id="{B944BA29-30D2-45A6-B3A1-9603586746DB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F41255E-A4F9-4738-A4A7-583546D8CB43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99053" y="317905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7499927" y="2207491"/>
            <a:ext cx="4692073" cy="4650509"/>
            <a:chOff x="7499927" y="2207491"/>
            <a:chExt cx="4692073" cy="4650509"/>
          </a:xfrm>
        </p:grpSpPr>
        <p:grpSp>
          <p:nvGrpSpPr>
            <p:cNvPr id="31" name="Group 30"/>
            <p:cNvGrpSpPr/>
            <p:nvPr userDrawn="1"/>
          </p:nvGrpSpPr>
          <p:grpSpPr>
            <a:xfrm>
              <a:off x="9346831" y="2780145"/>
              <a:ext cx="815910" cy="1786062"/>
              <a:chOff x="5113867" y="1315782"/>
              <a:chExt cx="1951566" cy="4272066"/>
            </a:xfrm>
            <a:solidFill>
              <a:schemeClr val="accent1">
                <a:lumMod val="20000"/>
                <a:lumOff val="80000"/>
                <a:alpha val="65000"/>
              </a:schemeClr>
            </a:solidFill>
          </p:grpSpPr>
          <p:sp>
            <p:nvSpPr>
              <p:cNvPr id="32" name="Rectangle 31"/>
              <p:cNvSpPr/>
              <p:nvPr/>
            </p:nvSpPr>
            <p:spPr>
              <a:xfrm>
                <a:off x="5862060" y="1315782"/>
                <a:ext cx="640340" cy="363344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" name="Flowchart: Manual Input 4"/>
              <p:cNvSpPr/>
              <p:nvPr/>
            </p:nvSpPr>
            <p:spPr>
              <a:xfrm>
                <a:off x="5247187" y="1315782"/>
                <a:ext cx="614873" cy="826782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0 w 10035"/>
                  <a:gd name="connsiteY0" fmla="*/ 4331 h 10000"/>
                  <a:gd name="connsiteX1" fmla="*/ 10035 w 10035"/>
                  <a:gd name="connsiteY1" fmla="*/ 0 h 10000"/>
                  <a:gd name="connsiteX2" fmla="*/ 10035 w 10035"/>
                  <a:gd name="connsiteY2" fmla="*/ 10000 h 10000"/>
                  <a:gd name="connsiteX3" fmla="*/ 35 w 10035"/>
                  <a:gd name="connsiteY3" fmla="*/ 10000 h 10000"/>
                  <a:gd name="connsiteX4" fmla="*/ 0 w 10035"/>
                  <a:gd name="connsiteY4" fmla="*/ 4331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35" h="10000">
                    <a:moveTo>
                      <a:pt x="0" y="4331"/>
                    </a:moveTo>
                    <a:lnTo>
                      <a:pt x="10035" y="0"/>
                    </a:lnTo>
                    <a:lnTo>
                      <a:pt x="10035" y="10000"/>
                    </a:lnTo>
                    <a:lnTo>
                      <a:pt x="35" y="10000"/>
                    </a:lnTo>
                    <a:cubicBezTo>
                      <a:pt x="23" y="8110"/>
                      <a:pt x="12" y="6221"/>
                      <a:pt x="0" y="43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672666" y="2142564"/>
                <a:ext cx="189393" cy="28066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 rot="5400000">
                <a:off x="5769480" y="4291895"/>
                <a:ext cx="640340" cy="195156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Rectangle 20"/>
            <p:cNvSpPr/>
            <p:nvPr userDrawn="1"/>
          </p:nvSpPr>
          <p:spPr>
            <a:xfrm>
              <a:off x="7499927" y="2207491"/>
              <a:ext cx="4692073" cy="4650509"/>
            </a:xfrm>
            <a:prstGeom prst="rect">
              <a:avLst/>
            </a:prstGeom>
            <a:solidFill>
              <a:srgbClr val="230006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47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>
            <a:extLst>
              <a:ext uri="{FF2B5EF4-FFF2-40B4-BE49-F238E27FC236}">
                <a16:creationId xmlns:a16="http://schemas.microsoft.com/office/drawing/2014/main" id="{9F41255E-A4F9-4738-A4A7-583546D8CB43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44BA29-30D2-45A6-B3A1-9603586746DB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4C5820-CBB2-478C-B9E3-D35C51D72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9030" y="2223300"/>
            <a:ext cx="4813938" cy="2855526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4F6D0E2-094F-4310-BC25-C57AE5CB9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4929" y="2456330"/>
            <a:ext cx="3662140" cy="22196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endParaRPr lang="en-IN" dirty="0"/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24871406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3">
            <a:extLst>
              <a:ext uri="{FF2B5EF4-FFF2-40B4-BE49-F238E27FC236}">
                <a16:creationId xmlns:a16="http://schemas.microsoft.com/office/drawing/2014/main" id="{3E8B413D-4AB8-4A9D-8D73-E8AE9EC0CF50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434759C-1417-4162-AD39-4E6CF8CD3E24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C9AF1259-5961-409B-B94F-B8DD6C51B1A3}"/>
              </a:ext>
            </a:extLst>
          </p:cNvPr>
          <p:cNvSpPr/>
          <p:nvPr userDrawn="1"/>
        </p:nvSpPr>
        <p:spPr>
          <a:xfrm>
            <a:off x="1481918" y="1340769"/>
            <a:ext cx="2335891" cy="2335283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B29A4FF-FEED-4DD9-B776-905E181B73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95463" y="1576367"/>
            <a:ext cx="2318866" cy="2320952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F7A0CAE-63E5-4632-821A-D336E2F5B2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54130" y="4131492"/>
            <a:ext cx="3240932" cy="792163"/>
          </a:xfrm>
        </p:spPr>
        <p:txBody>
          <a:bodyPr anchor="b">
            <a:no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4E4993-7C67-47D7-A510-775FD37EE2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4127" y="4961448"/>
            <a:ext cx="3240932" cy="915825"/>
          </a:xfr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4737B3D1-DE3B-4D55-A893-3F08BBD5801C}"/>
              </a:ext>
            </a:extLst>
          </p:cNvPr>
          <p:cNvSpPr/>
          <p:nvPr userDrawn="1"/>
        </p:nvSpPr>
        <p:spPr>
          <a:xfrm>
            <a:off x="4928054" y="1340769"/>
            <a:ext cx="2335891" cy="2335283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A493B294-6A03-482C-94CE-9BFF141D32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41600" y="1576367"/>
            <a:ext cx="2318866" cy="2320952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9ADDF747-D95C-4543-AB2E-02780B223D95}"/>
              </a:ext>
            </a:extLst>
          </p:cNvPr>
          <p:cNvSpPr/>
          <p:nvPr userDrawn="1"/>
        </p:nvSpPr>
        <p:spPr>
          <a:xfrm>
            <a:off x="8402341" y="1340769"/>
            <a:ext cx="2335891" cy="2335283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A4CBBC83-C7B3-4E67-B8E4-86F7A7F8D8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15887" y="1576367"/>
            <a:ext cx="2318866" cy="2320952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B79812-C099-494C-A8E2-1901293A7C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7473" y="4131492"/>
            <a:ext cx="3240932" cy="792163"/>
          </a:xfrm>
        </p:spPr>
        <p:txBody>
          <a:bodyPr anchor="b">
            <a:no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66576BA7-3573-4B90-8821-400DEFEA76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7470" y="4961448"/>
            <a:ext cx="3240932" cy="915825"/>
          </a:xfr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EF85259D-7E50-4F2D-B1E3-72DC476E83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68967" y="4131492"/>
            <a:ext cx="3240932" cy="792163"/>
          </a:xfrm>
        </p:spPr>
        <p:txBody>
          <a:bodyPr anchor="b">
            <a:no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92A61663-FFB9-432D-A6C2-DEC8A7213F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68964" y="4961448"/>
            <a:ext cx="3240932" cy="915825"/>
          </a:xfr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8" name="Rectangle 2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2583936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ctangle 13">
            <a:extLst>
              <a:ext uri="{FF2B5EF4-FFF2-40B4-BE49-F238E27FC236}">
                <a16:creationId xmlns:a16="http://schemas.microsoft.com/office/drawing/2014/main" id="{D14DCF63-5F42-4C10-8B5A-6E35D9469C28}"/>
              </a:ext>
            </a:extLst>
          </p:cNvPr>
          <p:cNvSpPr/>
          <p:nvPr userDrawn="1"/>
        </p:nvSpPr>
        <p:spPr>
          <a:xfrm>
            <a:off x="7608562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5864873-7DBD-4104-B169-F6AF561DCB11}"/>
              </a:ext>
            </a:extLst>
          </p:cNvPr>
          <p:cNvSpPr/>
          <p:nvPr userDrawn="1"/>
        </p:nvSpPr>
        <p:spPr>
          <a:xfrm>
            <a:off x="0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7005BD-CCEA-479F-81A4-185B25F55FFD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34343" y="609355"/>
            <a:ext cx="7949873" cy="5639289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21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9" name="Group 38"/>
          <p:cNvGrpSpPr/>
          <p:nvPr userDrawn="1"/>
        </p:nvGrpSpPr>
        <p:grpSpPr>
          <a:xfrm>
            <a:off x="7787498" y="1800219"/>
            <a:ext cx="4262718" cy="3660715"/>
            <a:chOff x="7626624" y="2623309"/>
            <a:chExt cx="4262718" cy="3660715"/>
          </a:xfrm>
        </p:grpSpPr>
        <p:pic>
          <p:nvPicPr>
            <p:cNvPr id="40" name="Picture 15" descr="Europe Map transparent PNG - StickPNG"/>
            <p:cNvPicPr>
              <a:picLocks noChangeAspect="1" noChangeArrowheads="1"/>
            </p:cNvPicPr>
            <p:nvPr userDrawn="1"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831" y="3183126"/>
              <a:ext cx="3625031" cy="2719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1" name="Group 40"/>
            <p:cNvGrpSpPr/>
            <p:nvPr userDrawn="1"/>
          </p:nvGrpSpPr>
          <p:grpSpPr>
            <a:xfrm>
              <a:off x="7626624" y="2623309"/>
              <a:ext cx="4262718" cy="3660715"/>
              <a:chOff x="7626624" y="2623309"/>
              <a:chExt cx="4262718" cy="3660715"/>
            </a:xfrm>
          </p:grpSpPr>
          <p:grpSp>
            <p:nvGrpSpPr>
              <p:cNvPr id="42" name="Group 41"/>
              <p:cNvGrpSpPr/>
              <p:nvPr userDrawn="1"/>
            </p:nvGrpSpPr>
            <p:grpSpPr>
              <a:xfrm>
                <a:off x="9080419" y="3017985"/>
                <a:ext cx="879646" cy="1925585"/>
                <a:chOff x="5113867" y="1315782"/>
                <a:chExt cx="1951566" cy="4272066"/>
              </a:xfrm>
              <a:solidFill>
                <a:schemeClr val="accent1">
                  <a:lumMod val="20000"/>
                  <a:lumOff val="80000"/>
                  <a:alpha val="65000"/>
                </a:schemeClr>
              </a:solidFill>
            </p:grpSpPr>
            <p:sp>
              <p:nvSpPr>
                <p:cNvPr id="44" name="Rectangle 43"/>
                <p:cNvSpPr/>
                <p:nvPr/>
              </p:nvSpPr>
              <p:spPr>
                <a:xfrm>
                  <a:off x="5862060" y="1315782"/>
                  <a:ext cx="640340" cy="363344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Flowchart: Manual Input 4"/>
                <p:cNvSpPr/>
                <p:nvPr/>
              </p:nvSpPr>
              <p:spPr>
                <a:xfrm>
                  <a:off x="5247187" y="1315782"/>
                  <a:ext cx="614873" cy="826782"/>
                </a:xfrm>
                <a:custGeom>
                  <a:avLst/>
                  <a:gdLst>
                    <a:gd name="connsiteX0" fmla="*/ 0 w 10000"/>
                    <a:gd name="connsiteY0" fmla="*/ 2000 h 10000"/>
                    <a:gd name="connsiteX1" fmla="*/ 10000 w 10000"/>
                    <a:gd name="connsiteY1" fmla="*/ 0 h 10000"/>
                    <a:gd name="connsiteX2" fmla="*/ 10000 w 10000"/>
                    <a:gd name="connsiteY2" fmla="*/ 10000 h 10000"/>
                    <a:gd name="connsiteX3" fmla="*/ 0 w 10000"/>
                    <a:gd name="connsiteY3" fmla="*/ 10000 h 10000"/>
                    <a:gd name="connsiteX4" fmla="*/ 0 w 10000"/>
                    <a:gd name="connsiteY4" fmla="*/ 2000 h 10000"/>
                    <a:gd name="connsiteX0" fmla="*/ 0 w 10035"/>
                    <a:gd name="connsiteY0" fmla="*/ 4331 h 10000"/>
                    <a:gd name="connsiteX1" fmla="*/ 10035 w 10035"/>
                    <a:gd name="connsiteY1" fmla="*/ 0 h 10000"/>
                    <a:gd name="connsiteX2" fmla="*/ 10035 w 10035"/>
                    <a:gd name="connsiteY2" fmla="*/ 10000 h 10000"/>
                    <a:gd name="connsiteX3" fmla="*/ 35 w 10035"/>
                    <a:gd name="connsiteY3" fmla="*/ 10000 h 10000"/>
                    <a:gd name="connsiteX4" fmla="*/ 0 w 10035"/>
                    <a:gd name="connsiteY4" fmla="*/ 4331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35" h="10000">
                      <a:moveTo>
                        <a:pt x="0" y="4331"/>
                      </a:moveTo>
                      <a:lnTo>
                        <a:pt x="10035" y="0"/>
                      </a:lnTo>
                      <a:lnTo>
                        <a:pt x="10035" y="10000"/>
                      </a:lnTo>
                      <a:lnTo>
                        <a:pt x="35" y="10000"/>
                      </a:lnTo>
                      <a:cubicBezTo>
                        <a:pt x="23" y="8110"/>
                        <a:pt x="12" y="6221"/>
                        <a:pt x="0" y="43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5672666" y="2142564"/>
                  <a:ext cx="189393" cy="28066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 rot="5400000">
                  <a:off x="5769480" y="4291895"/>
                  <a:ext cx="640340" cy="195156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3" name="Rectangle 42"/>
              <p:cNvSpPr/>
              <p:nvPr userDrawn="1"/>
            </p:nvSpPr>
            <p:spPr>
              <a:xfrm>
                <a:off x="7626624" y="2623309"/>
                <a:ext cx="4262718" cy="366071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6580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3">
            <a:extLst>
              <a:ext uri="{FF2B5EF4-FFF2-40B4-BE49-F238E27FC236}">
                <a16:creationId xmlns:a16="http://schemas.microsoft.com/office/drawing/2014/main" id="{D14DCF63-5F42-4C10-8B5A-6E35D9469C28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5864873-7DBD-4104-B169-F6AF561DCB11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FD79F72-0817-4163-AA39-03B5FEB905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6607"/>
            <a:ext cx="6833728" cy="5589130"/>
          </a:xfrm>
          <a:custGeom>
            <a:avLst/>
            <a:gdLst>
              <a:gd name="connsiteX0" fmla="*/ 0 w 6831948"/>
              <a:gd name="connsiteY0" fmla="*/ 0 h 5589130"/>
              <a:gd name="connsiteX1" fmla="*/ 6831948 w 6831948"/>
              <a:gd name="connsiteY1" fmla="*/ 0 h 5589130"/>
              <a:gd name="connsiteX2" fmla="*/ 4239501 w 6831948"/>
              <a:gd name="connsiteY2" fmla="*/ 5589130 h 5589130"/>
              <a:gd name="connsiteX3" fmla="*/ 0 w 6831948"/>
              <a:gd name="connsiteY3" fmla="*/ 5589130 h 558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1948" h="5589130">
                <a:moveTo>
                  <a:pt x="0" y="0"/>
                </a:moveTo>
                <a:lnTo>
                  <a:pt x="6831948" y="0"/>
                </a:lnTo>
                <a:lnTo>
                  <a:pt x="4239501" y="5589130"/>
                </a:lnTo>
                <a:lnTo>
                  <a:pt x="0" y="558913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960660" y="740699"/>
            <a:ext cx="3747248" cy="1312218"/>
          </a:xfrm>
        </p:spPr>
        <p:txBody>
          <a:bodyPr>
            <a:no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29462833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ol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18BC98E-F579-42C7-BE13-CDB9C3DCC965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8C6C7099-EC8E-4275-987D-613D23F1076E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4EADD-2FF5-44E9-9398-72E84C806DB3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005BD-CCEA-479F-81A4-185B25F55FFD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194513-A8FD-4CB6-8875-7BA90B0644A2}"/>
              </a:ext>
            </a:extLst>
          </p:cNvPr>
          <p:cNvGrpSpPr/>
          <p:nvPr userDrawn="1"/>
        </p:nvGrpSpPr>
        <p:grpSpPr>
          <a:xfrm>
            <a:off x="-2146" y="-1493"/>
            <a:ext cx="12195968" cy="6862277"/>
            <a:chOff x="-2145" y="-1494"/>
            <a:chExt cx="12192792" cy="686227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82279F-DB8B-4053-927B-FF0AD07D618C}"/>
                </a:ext>
              </a:extLst>
            </p:cNvPr>
            <p:cNvCxnSpPr/>
            <p:nvPr userDrawn="1"/>
          </p:nvCxnSpPr>
          <p:spPr>
            <a:xfrm>
              <a:off x="0" y="1013809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EBCB49A-DA27-456C-B846-E0F2B3964698}"/>
                </a:ext>
              </a:extLst>
            </p:cNvPr>
            <p:cNvCxnSpPr/>
            <p:nvPr userDrawn="1"/>
          </p:nvCxnSpPr>
          <p:spPr>
            <a:xfrm>
              <a:off x="0" y="300180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EE34D0F-A799-4D64-8E62-5047F11DD202}"/>
                </a:ext>
              </a:extLst>
            </p:cNvPr>
            <p:cNvCxnSpPr/>
            <p:nvPr userDrawn="1"/>
          </p:nvCxnSpPr>
          <p:spPr>
            <a:xfrm>
              <a:off x="599333" y="0"/>
              <a:ext cx="0" cy="68580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3B7A5D-3926-47C6-9B94-D4D323087282}"/>
                </a:ext>
              </a:extLst>
            </p:cNvPr>
            <p:cNvCxnSpPr/>
            <p:nvPr userDrawn="1"/>
          </p:nvCxnSpPr>
          <p:spPr>
            <a:xfrm>
              <a:off x="11584470" y="0"/>
              <a:ext cx="0" cy="68580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ED7610A-826E-40FD-A121-809C8487C19E}"/>
                </a:ext>
              </a:extLst>
            </p:cNvPr>
            <p:cNvCxnSpPr/>
            <p:nvPr userDrawn="1"/>
          </p:nvCxnSpPr>
          <p:spPr>
            <a:xfrm>
              <a:off x="0" y="6561170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01063B-BCA9-407E-BAC5-0416AA68EC36}"/>
                </a:ext>
              </a:extLst>
            </p:cNvPr>
            <p:cNvCxnSpPr/>
            <p:nvPr userDrawn="1"/>
          </p:nvCxnSpPr>
          <p:spPr>
            <a:xfrm>
              <a:off x="0" y="6185516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6AA3254-6A22-4ED2-B0CF-080CA080C6E6}"/>
                </a:ext>
              </a:extLst>
            </p:cNvPr>
            <p:cNvCxnSpPr/>
            <p:nvPr userDrawn="1"/>
          </p:nvCxnSpPr>
          <p:spPr>
            <a:xfrm>
              <a:off x="0" y="6133196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56097E-EA39-45DB-BE50-0AE098618CAA}"/>
                </a:ext>
              </a:extLst>
            </p:cNvPr>
            <p:cNvCxnSpPr/>
            <p:nvPr userDrawn="1"/>
          </p:nvCxnSpPr>
          <p:spPr>
            <a:xfrm>
              <a:off x="0" y="1057494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9A4C62C-742C-4206-B857-07E5B6AF2305}"/>
                </a:ext>
              </a:extLst>
            </p:cNvPr>
            <p:cNvSpPr/>
            <p:nvPr userDrawn="1"/>
          </p:nvSpPr>
          <p:spPr>
            <a:xfrm>
              <a:off x="11582079" y="-1494"/>
              <a:ext cx="608568" cy="301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F28871-D42B-4648-A8ED-476B4A38CA8B}"/>
                </a:ext>
              </a:extLst>
            </p:cNvPr>
            <p:cNvSpPr/>
            <p:nvPr userDrawn="1"/>
          </p:nvSpPr>
          <p:spPr>
            <a:xfrm>
              <a:off x="-2145" y="6559360"/>
              <a:ext cx="608568" cy="301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11254549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43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53" y="1062017"/>
            <a:ext cx="10983348" cy="421638"/>
          </a:xfr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22462" y="3277104"/>
            <a:ext cx="5186126" cy="282624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5"/>
          </p:nvPr>
        </p:nvSpPr>
        <p:spPr>
          <a:xfrm>
            <a:off x="6397237" y="3277104"/>
            <a:ext cx="5186126" cy="282624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60" y="1738365"/>
            <a:ext cx="10977713" cy="1326726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30188"/>
            <a:ext cx="10983347" cy="767068"/>
          </a:xfrm>
        </p:spPr>
        <p:txBody>
          <a:bodyPr/>
          <a:lstStyle>
            <a:lvl1pPr marL="0" indent="0">
              <a:buNone/>
              <a:defRPr b="0"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3218347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C319DE-D475-4357-966F-84600708CE55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281F0E1B-4BCD-484F-9388-46E3B0D42E4F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5F4EB6-F504-4F1B-BA96-4C50B4B80453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6CD28C8-A391-447E-9DBE-7FB53E366A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22463" y="1772820"/>
            <a:ext cx="3456788" cy="403244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8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A6C1C8AD-451B-4AE2-ACA5-1F1FD3888A0D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4368125" y="1772820"/>
            <a:ext cx="3456788" cy="4032444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CFB1C04-9105-420E-9F61-194F720C794A}"/>
              </a:ext>
            </a:extLst>
          </p:cNvPr>
          <p:cNvSpPr>
            <a:spLocks noGrp="1"/>
          </p:cNvSpPr>
          <p:nvPr userDrawn="1">
            <p:ph sz="quarter" idx="16"/>
          </p:nvPr>
        </p:nvSpPr>
        <p:spPr>
          <a:xfrm>
            <a:off x="8113786" y="1772820"/>
            <a:ext cx="3456788" cy="4032444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6685" y="418668"/>
            <a:ext cx="10983348" cy="7110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554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3">
            <a:extLst>
              <a:ext uri="{FF2B5EF4-FFF2-40B4-BE49-F238E27FC236}">
                <a16:creationId xmlns:a16="http://schemas.microsoft.com/office/drawing/2014/main" id="{6A27CE95-5644-454F-9857-DB740956A2D9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AE7D1F2-3E12-46D7-B216-BEDD08FADCD1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A47B96-81BE-44F5-A033-BC171AD36B4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173482" y="3634801"/>
            <a:ext cx="1845034" cy="1846694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A2B6AB-2CE2-4B58-B4C1-64F22CF1C5A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486287" y="4162067"/>
            <a:ext cx="3240932" cy="792163"/>
          </a:xfr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88C8A90-DA99-46F0-8102-77E57DEB9718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475408" y="4162067"/>
            <a:ext cx="3240932" cy="79216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821E96-F5D6-44C3-BC87-59C570D1EEF8}"/>
              </a:ext>
            </a:extLst>
          </p:cNvPr>
          <p:cNvGrpSpPr/>
          <p:nvPr userDrawn="1"/>
        </p:nvGrpSpPr>
        <p:grpSpPr>
          <a:xfrm>
            <a:off x="5475550" y="842300"/>
            <a:ext cx="1240899" cy="928218"/>
            <a:chOff x="-3811588" y="-4362450"/>
            <a:chExt cx="12906376" cy="9656763"/>
          </a:xfrm>
          <a:solidFill>
            <a:schemeClr val="accent1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AD2E4CD-17F5-46D7-ACEB-B7BC2AB64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811588" y="-4362450"/>
              <a:ext cx="4840288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562346D4-F45A-4FF6-8AE1-97569CA779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6088" y="-4362450"/>
              <a:ext cx="4838700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65576FA-923B-45B5-9536-299BBA86939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1486287" y="1952762"/>
            <a:ext cx="9230542" cy="143986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306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21">
            <a:extLst>
              <a:ext uri="{FF2B5EF4-FFF2-40B4-BE49-F238E27FC236}">
                <a16:creationId xmlns:a16="http://schemas.microsoft.com/office/drawing/2014/main" id="{2CE6F70E-00BA-6F4B-989A-580C6B51B1B9}"/>
              </a:ext>
            </a:extLst>
          </p:cNvPr>
          <p:cNvSpPr/>
          <p:nvPr userDrawn="1"/>
        </p:nvSpPr>
        <p:spPr>
          <a:xfrm>
            <a:off x="4063813" y="6716109"/>
            <a:ext cx="4063813" cy="141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>
                <a:solidFill>
                  <a:schemeClr val="tx2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>
                <a:solidFill>
                  <a:schemeClr val="accent1"/>
                </a:solidFill>
                <a:latin typeface="Bosis for Agfa Bold" panose="020B0804030504040204" pitchFamily="34" charset="0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</a:defRPr>
            </a:lvl2pPr>
            <a:lvl3pPr marL="914400" indent="0">
              <a:buNone/>
              <a:defRPr b="1">
                <a:solidFill>
                  <a:schemeClr val="accent1"/>
                </a:solidFill>
              </a:defRPr>
            </a:lvl3pPr>
            <a:lvl4pPr marL="1371600" indent="0">
              <a:buNone/>
              <a:defRPr b="1">
                <a:solidFill>
                  <a:schemeClr val="accent1"/>
                </a:solidFill>
              </a:defRPr>
            </a:lvl4pPr>
            <a:lvl5pPr marL="182880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8388780" y="1984636"/>
            <a:ext cx="1235862" cy="2705358"/>
            <a:chOff x="5113867" y="1315782"/>
            <a:chExt cx="1951566" cy="4272066"/>
          </a:xfrm>
          <a:solidFill>
            <a:schemeClr val="accent1">
              <a:lumMod val="50000"/>
              <a:alpha val="35000"/>
            </a:schemeClr>
          </a:solidFill>
        </p:grpSpPr>
        <p:sp>
          <p:nvSpPr>
            <p:cNvPr id="13" name="Rectangle 12"/>
            <p:cNvSpPr/>
            <p:nvPr/>
          </p:nvSpPr>
          <p:spPr>
            <a:xfrm>
              <a:off x="5862060" y="1315782"/>
              <a:ext cx="640340" cy="3633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lowchart: Manual Input 4"/>
            <p:cNvSpPr/>
            <p:nvPr/>
          </p:nvSpPr>
          <p:spPr>
            <a:xfrm>
              <a:off x="5247187" y="1315782"/>
              <a:ext cx="614873" cy="826782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35"/>
                <a:gd name="connsiteY0" fmla="*/ 4331 h 10000"/>
                <a:gd name="connsiteX1" fmla="*/ 10035 w 10035"/>
                <a:gd name="connsiteY1" fmla="*/ 0 h 10000"/>
                <a:gd name="connsiteX2" fmla="*/ 10035 w 10035"/>
                <a:gd name="connsiteY2" fmla="*/ 10000 h 10000"/>
                <a:gd name="connsiteX3" fmla="*/ 35 w 10035"/>
                <a:gd name="connsiteY3" fmla="*/ 10000 h 10000"/>
                <a:gd name="connsiteX4" fmla="*/ 0 w 10035"/>
                <a:gd name="connsiteY4" fmla="*/ 433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5" h="10000">
                  <a:moveTo>
                    <a:pt x="0" y="4331"/>
                  </a:moveTo>
                  <a:lnTo>
                    <a:pt x="10035" y="0"/>
                  </a:lnTo>
                  <a:lnTo>
                    <a:pt x="10035" y="10000"/>
                  </a:lnTo>
                  <a:lnTo>
                    <a:pt x="35" y="10000"/>
                  </a:lnTo>
                  <a:cubicBezTo>
                    <a:pt x="23" y="8110"/>
                    <a:pt x="12" y="6221"/>
                    <a:pt x="0" y="433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672666" y="2142564"/>
              <a:ext cx="189393" cy="28066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5769480" y="4291895"/>
              <a:ext cx="640340" cy="19515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38" name="Picture 15" descr="Europe Map transparent PNG - Stick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127" y="2324540"/>
            <a:ext cx="3625031" cy="271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90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7626" y="1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799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DD868F8-29E6-6145-9D0D-AE7071344FC0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0" y="0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799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2" name="Rechthoek 21">
            <a:extLst>
              <a:ext uri="{FF2B5EF4-FFF2-40B4-BE49-F238E27FC236}">
                <a16:creationId xmlns:a16="http://schemas.microsoft.com/office/drawing/2014/main" id="{2CE6F70E-00BA-6F4B-989A-580C6B51B1B9}"/>
              </a:ext>
            </a:extLst>
          </p:cNvPr>
          <p:cNvSpPr/>
          <p:nvPr userDrawn="1"/>
        </p:nvSpPr>
        <p:spPr>
          <a:xfrm>
            <a:off x="4063814" y="6716111"/>
            <a:ext cx="4063813" cy="141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399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999">
                <a:solidFill>
                  <a:schemeClr val="tx2"/>
                </a:solidFill>
              </a:defRPr>
            </a:lvl1pPr>
            <a:lvl2pPr marL="457063" indent="0">
              <a:buNone/>
              <a:defRPr>
                <a:solidFill>
                  <a:schemeClr val="tx2"/>
                </a:solidFill>
              </a:defRPr>
            </a:lvl2pPr>
            <a:lvl3pPr marL="914126" indent="0">
              <a:buNone/>
              <a:defRPr>
                <a:solidFill>
                  <a:schemeClr val="tx2"/>
                </a:solidFill>
              </a:defRPr>
            </a:lvl3pPr>
            <a:lvl4pPr marL="1371189" indent="0">
              <a:buNone/>
              <a:defRPr>
                <a:solidFill>
                  <a:schemeClr val="tx2"/>
                </a:solidFill>
              </a:defRPr>
            </a:lvl4pPr>
            <a:lvl5pPr marL="182825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457063" indent="0">
              <a:buNone/>
              <a:defRPr b="1">
                <a:solidFill>
                  <a:schemeClr val="accent1"/>
                </a:solidFill>
              </a:defRPr>
            </a:lvl2pPr>
            <a:lvl3pPr marL="914126" indent="0">
              <a:buNone/>
              <a:defRPr b="1">
                <a:solidFill>
                  <a:schemeClr val="accent1"/>
                </a:solidFill>
              </a:defRPr>
            </a:lvl3pPr>
            <a:lvl4pPr marL="1371189" indent="0">
              <a:buNone/>
              <a:defRPr b="1">
                <a:solidFill>
                  <a:schemeClr val="accent1"/>
                </a:solidFill>
              </a:defRPr>
            </a:lvl4pPr>
            <a:lvl5pPr marL="1828251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9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5E10C0B-191C-4941-A0F1-A403CD3461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33686729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191DB41-569B-4B79-971D-9205481852F1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B3B53312-44D0-40C3-BFC5-93A68F21AE30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93C38DE-1B66-494B-BC5F-0968A4161B4A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12722180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3384" y="4717007"/>
            <a:ext cx="2441448" cy="156022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3968" y="4717007"/>
            <a:ext cx="2441448" cy="15602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4552" y="4717007"/>
            <a:ext cx="2441448" cy="15602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5136" y="4717007"/>
            <a:ext cx="2441448" cy="15602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5" name="Rectangle 2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26276032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3917812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30543672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22462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5"/>
          </p:nvPr>
        </p:nvSpPr>
        <p:spPr>
          <a:xfrm>
            <a:off x="6397237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60" y="1738365"/>
            <a:ext cx="10977713" cy="13267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</p:spTree>
    <p:extLst>
      <p:ext uri="{BB962C8B-B14F-4D97-AF65-F5344CB8AC3E}">
        <p14:creationId xmlns:p14="http://schemas.microsoft.com/office/powerpoint/2010/main" val="37875252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Bosis for Agfa Medium" panose="020B05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6CD28C8-A391-447E-9DBE-7FB53E366A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22463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8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A6C1C8AD-451B-4AE2-ACA5-1F1FD3888A0D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4368125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CFB1C04-9105-420E-9F61-194F720C794A}"/>
              </a:ext>
            </a:extLst>
          </p:cNvPr>
          <p:cNvSpPr>
            <a:spLocks noGrp="1"/>
          </p:cNvSpPr>
          <p:nvPr userDrawn="1">
            <p:ph sz="quarter" idx="16"/>
          </p:nvPr>
        </p:nvSpPr>
        <p:spPr>
          <a:xfrm>
            <a:off x="8113786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934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mond 22">
            <a:extLst>
              <a:ext uri="{FF2B5EF4-FFF2-40B4-BE49-F238E27FC236}">
                <a16:creationId xmlns:a16="http://schemas.microsoft.com/office/drawing/2014/main" id="{101CACDB-8291-4624-8BEB-C4D39D73CC6C}"/>
              </a:ext>
            </a:extLst>
          </p:cNvPr>
          <p:cNvSpPr/>
          <p:nvPr userDrawn="1"/>
        </p:nvSpPr>
        <p:spPr>
          <a:xfrm>
            <a:off x="5159936" y="3402131"/>
            <a:ext cx="1858581" cy="185809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A47B96-81BE-44F5-A033-BC171AD36B4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173482" y="3634801"/>
            <a:ext cx="1845034" cy="1846694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A2B6AB-2CE2-4B58-B4C1-64F22CF1C5A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486287" y="4162067"/>
            <a:ext cx="3240932" cy="792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88C8A90-DA99-46F0-8102-77E57DEB9718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475408" y="4162067"/>
            <a:ext cx="3240932" cy="792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821E96-F5D6-44C3-BC87-59C570D1EEF8}"/>
              </a:ext>
            </a:extLst>
          </p:cNvPr>
          <p:cNvGrpSpPr/>
          <p:nvPr userDrawn="1"/>
        </p:nvGrpSpPr>
        <p:grpSpPr>
          <a:xfrm>
            <a:off x="5475550" y="842300"/>
            <a:ext cx="1240899" cy="928218"/>
            <a:chOff x="-3811588" y="-4362450"/>
            <a:chExt cx="12906376" cy="9656763"/>
          </a:xfrm>
          <a:solidFill>
            <a:schemeClr val="accent1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AD2E4CD-17F5-46D7-ACEB-B7BC2AB64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811588" y="-4362450"/>
              <a:ext cx="4840288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562346D4-F45A-4FF6-8AE1-97569CA779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6088" y="-4362450"/>
              <a:ext cx="4838700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65576FA-923B-45B5-9536-299BBA86939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1486287" y="1952762"/>
            <a:ext cx="9230542" cy="1439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13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777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34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35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22462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5"/>
          </p:nvPr>
        </p:nvSpPr>
        <p:spPr>
          <a:xfrm>
            <a:off x="6397237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60" y="1738365"/>
            <a:ext cx="10977713" cy="13267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124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0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6CD28C8-A391-447E-9DBE-7FB53E366A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22463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8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A6C1C8AD-451B-4AE2-ACA5-1F1FD3888A0D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4368125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CFB1C04-9105-420E-9F61-194F720C794A}"/>
              </a:ext>
            </a:extLst>
          </p:cNvPr>
          <p:cNvSpPr>
            <a:spLocks noGrp="1"/>
          </p:cNvSpPr>
          <p:nvPr userDrawn="1">
            <p:ph sz="quarter" idx="16"/>
          </p:nvPr>
        </p:nvSpPr>
        <p:spPr>
          <a:xfrm>
            <a:off x="8113245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068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6529139" y="2009277"/>
            <a:ext cx="4513727" cy="3344778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051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599053" y="1020669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66816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gh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049016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098032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147048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49016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98032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47048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935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fteen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7638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75276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2914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750552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437638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875276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12914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750552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0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437638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875276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7312914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750552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991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28749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057498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86247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143744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114996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0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028749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057498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086247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10143744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8114996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0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2028749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4057498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6086247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10143744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14996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38"/>
          </p:nvPr>
        </p:nvSpPr>
        <p:spPr>
          <a:xfrm>
            <a:off x="0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2028749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40"/>
          </p:nvPr>
        </p:nvSpPr>
        <p:spPr>
          <a:xfrm>
            <a:off x="4057498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41"/>
          </p:nvPr>
        </p:nvSpPr>
        <p:spPr>
          <a:xfrm>
            <a:off x="6086247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0143744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8114996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785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99053" y="32209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06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99053" y="299929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57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04326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866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472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98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795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4984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5568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6152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746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4984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5568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6152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045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427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52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29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622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3384" y="4717007"/>
            <a:ext cx="2441448" cy="1326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3968" y="4717007"/>
            <a:ext cx="2441448" cy="13266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4552" y="4717007"/>
            <a:ext cx="2441448" cy="13266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5136" y="4717007"/>
            <a:ext cx="2441448" cy="13266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6504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3384" y="4717007"/>
            <a:ext cx="2441448" cy="156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3968" y="4717007"/>
            <a:ext cx="2441448" cy="1560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4552" y="4717007"/>
            <a:ext cx="2441448" cy="1560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5136" y="4717007"/>
            <a:ext cx="2441448" cy="1560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639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960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428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863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3351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270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4701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689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itle Placeholder 1"/>
          <p:cNvSpPr txBox="1">
            <a:spLocks/>
          </p:cNvSpPr>
          <p:nvPr userDrawn="1"/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3675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5939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1365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2441448" cy="1713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3554984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6195568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8836152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9403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2441448" cy="1713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3554984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6195568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8836152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626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2785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2788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14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267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3524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9" name="Rectangle 4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7516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3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2606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3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994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1654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0843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7225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0016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9159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360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 txBox="1">
            <a:spLocks/>
          </p:cNvSpPr>
          <p:nvPr userDrawn="1"/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84474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5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1314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3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333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right - 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tx1"/>
                </a:solidFill>
                <a:latin typeface="Bosis for Agfa Medium" panose="020B050403050404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1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creen Picture - no logo/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6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0553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8B4FB57-0962-46CE-B7B7-2D2041346D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97866"/>
            <a:ext cx="12192000" cy="3494311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8535EC-FFBC-44C7-838B-AF5F0AB912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943" y="4815517"/>
            <a:ext cx="3421455" cy="11685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19BC662-37F1-4CAE-B51D-2399345107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1812" y="4815517"/>
            <a:ext cx="3421455" cy="11685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0C65F11-9F5F-41EF-B0D8-90FE9067B8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47682" y="4815517"/>
            <a:ext cx="3421455" cy="11685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3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69DF9BE-1431-4618-B5E3-DB82BC648088}"/>
              </a:ext>
            </a:extLst>
          </p:cNvPr>
          <p:cNvSpPr txBox="1">
            <a:spLocks/>
          </p:cNvSpPr>
          <p:nvPr userDrawn="1"/>
        </p:nvSpPr>
        <p:spPr>
          <a:xfrm>
            <a:off x="599490" y="301429"/>
            <a:ext cx="10982911" cy="71108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0055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4544678 #lights, #Europe, #planet, #Earth, wallpaper | Mocah HD Wallpapers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8" t="473" b="26116"/>
          <a:stretch/>
        </p:blipFill>
        <p:spPr bwMode="auto">
          <a:xfrm>
            <a:off x="0" y="-31750"/>
            <a:ext cx="12192000" cy="688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0" y="-19052"/>
            <a:ext cx="12191999" cy="6877523"/>
            <a:chOff x="0" y="-19052"/>
            <a:chExt cx="12191999" cy="6877523"/>
          </a:xfrm>
        </p:grpSpPr>
        <p:sp>
          <p:nvSpPr>
            <p:cNvPr id="7" name="Trapezoid 2"/>
            <p:cNvSpPr/>
            <p:nvPr/>
          </p:nvSpPr>
          <p:spPr>
            <a:xfrm>
              <a:off x="0" y="-19052"/>
              <a:ext cx="5165410" cy="6877523"/>
            </a:xfrm>
            <a:custGeom>
              <a:avLst/>
              <a:gdLst>
                <a:gd name="connsiteX0" fmla="*/ 0 w 6312023"/>
                <a:gd name="connsiteY0" fmla="*/ 6877522 h 6877522"/>
                <a:gd name="connsiteX1" fmla="*/ 1578006 w 6312023"/>
                <a:gd name="connsiteY1" fmla="*/ 0 h 6877522"/>
                <a:gd name="connsiteX2" fmla="*/ 4734017 w 6312023"/>
                <a:gd name="connsiteY2" fmla="*/ 0 h 6877522"/>
                <a:gd name="connsiteX3" fmla="*/ 6312023 w 6312023"/>
                <a:gd name="connsiteY3" fmla="*/ 6877522 h 6877522"/>
                <a:gd name="connsiteX4" fmla="*/ 0 w 6312023"/>
                <a:gd name="connsiteY4" fmla="*/ 6877522 h 6877522"/>
                <a:gd name="connsiteX0" fmla="*/ 11097 w 6323120"/>
                <a:gd name="connsiteY0" fmla="*/ 6877522 h 6877522"/>
                <a:gd name="connsiteX1" fmla="*/ 0 w 6323120"/>
                <a:gd name="connsiteY1" fmla="*/ 8878 h 6877522"/>
                <a:gd name="connsiteX2" fmla="*/ 4745114 w 6323120"/>
                <a:gd name="connsiteY2" fmla="*/ 0 h 6877522"/>
                <a:gd name="connsiteX3" fmla="*/ 6323120 w 6323120"/>
                <a:gd name="connsiteY3" fmla="*/ 6877522 h 6877522"/>
                <a:gd name="connsiteX4" fmla="*/ 11097 w 6323120"/>
                <a:gd name="connsiteY4" fmla="*/ 6877522 h 6877522"/>
                <a:gd name="connsiteX0" fmla="*/ 11097 w 6323120"/>
                <a:gd name="connsiteY0" fmla="*/ 6868644 h 6868644"/>
                <a:gd name="connsiteX1" fmla="*/ 0 w 6323120"/>
                <a:gd name="connsiteY1" fmla="*/ 0 h 6868644"/>
                <a:gd name="connsiteX2" fmla="*/ 3503864 w 6323120"/>
                <a:gd name="connsiteY2" fmla="*/ 175 h 6868644"/>
                <a:gd name="connsiteX3" fmla="*/ 6323120 w 6323120"/>
                <a:gd name="connsiteY3" fmla="*/ 6868644 h 6868644"/>
                <a:gd name="connsiteX4" fmla="*/ 11097 w 6323120"/>
                <a:gd name="connsiteY4" fmla="*/ 6868644 h 6868644"/>
                <a:gd name="connsiteX0" fmla="*/ 11097 w 6323120"/>
                <a:gd name="connsiteY0" fmla="*/ 6877523 h 6877523"/>
                <a:gd name="connsiteX1" fmla="*/ 0 w 6323120"/>
                <a:gd name="connsiteY1" fmla="*/ 8879 h 6877523"/>
                <a:gd name="connsiteX2" fmla="*/ 3426286 w 6323120"/>
                <a:gd name="connsiteY2" fmla="*/ 0 h 6877523"/>
                <a:gd name="connsiteX3" fmla="*/ 6323120 w 6323120"/>
                <a:gd name="connsiteY3" fmla="*/ 6877523 h 6877523"/>
                <a:gd name="connsiteX4" fmla="*/ 11097 w 6323120"/>
                <a:gd name="connsiteY4" fmla="*/ 6877523 h 6877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23120" h="6877523">
                  <a:moveTo>
                    <a:pt x="11097" y="6877523"/>
                  </a:moveTo>
                  <a:lnTo>
                    <a:pt x="0" y="8879"/>
                  </a:lnTo>
                  <a:lnTo>
                    <a:pt x="3426286" y="0"/>
                  </a:lnTo>
                  <a:lnTo>
                    <a:pt x="6323120" y="6877523"/>
                  </a:lnTo>
                  <a:lnTo>
                    <a:pt x="11097" y="6877523"/>
                  </a:lnTo>
                  <a:close/>
                </a:path>
              </a:pathLst>
            </a:custGeom>
            <a:solidFill>
              <a:srgbClr val="EE3126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3"/>
            <p:cNvSpPr/>
            <p:nvPr/>
          </p:nvSpPr>
          <p:spPr>
            <a:xfrm>
              <a:off x="1748118" y="4993982"/>
              <a:ext cx="3268948" cy="1444191"/>
            </a:xfrm>
            <a:custGeom>
              <a:avLst/>
              <a:gdLst>
                <a:gd name="connsiteX0" fmla="*/ 0 w 3576119"/>
                <a:gd name="connsiteY0" fmla="*/ 0 h 1095469"/>
                <a:gd name="connsiteX1" fmla="*/ 3576119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76119"/>
                <a:gd name="connsiteY0" fmla="*/ 0 h 1095469"/>
                <a:gd name="connsiteX1" fmla="*/ 3150606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48958"/>
                <a:gd name="connsiteY0" fmla="*/ 0 h 1104522"/>
                <a:gd name="connsiteX1" fmla="*/ 3150606 w 3548958"/>
                <a:gd name="connsiteY1" fmla="*/ 0 h 1104522"/>
                <a:gd name="connsiteX2" fmla="*/ 3548958 w 3548958"/>
                <a:gd name="connsiteY2" fmla="*/ 1104522 h 1104522"/>
                <a:gd name="connsiteX3" fmla="*/ 0 w 3548958"/>
                <a:gd name="connsiteY3" fmla="*/ 1095469 h 1104522"/>
                <a:gd name="connsiteX4" fmla="*/ 0 w 3548958"/>
                <a:gd name="connsiteY4" fmla="*/ 0 h 1104522"/>
                <a:gd name="connsiteX0" fmla="*/ 0 w 3548958"/>
                <a:gd name="connsiteY0" fmla="*/ 9054 h 1113576"/>
                <a:gd name="connsiteX1" fmla="*/ 3159660 w 3548958"/>
                <a:gd name="connsiteY1" fmla="*/ 0 h 1113576"/>
                <a:gd name="connsiteX2" fmla="*/ 3548958 w 3548958"/>
                <a:gd name="connsiteY2" fmla="*/ 1113576 h 1113576"/>
                <a:gd name="connsiteX3" fmla="*/ 0 w 3548958"/>
                <a:gd name="connsiteY3" fmla="*/ 1104523 h 1113576"/>
                <a:gd name="connsiteX4" fmla="*/ 0 w 3548958"/>
                <a:gd name="connsiteY4" fmla="*/ 9054 h 1113576"/>
                <a:gd name="connsiteX0" fmla="*/ 0 w 3548958"/>
                <a:gd name="connsiteY0" fmla="*/ 1 h 1104523"/>
                <a:gd name="connsiteX1" fmla="*/ 3177767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4428590"/>
                <a:gd name="connsiteY0" fmla="*/ 1 h 1099199"/>
                <a:gd name="connsiteX1" fmla="*/ 3177767 w 4428590"/>
                <a:gd name="connsiteY1" fmla="*/ 0 h 1099199"/>
                <a:gd name="connsiteX2" fmla="*/ 4428590 w 4428590"/>
                <a:gd name="connsiteY2" fmla="*/ 1099199 h 1099199"/>
                <a:gd name="connsiteX3" fmla="*/ 0 w 4428590"/>
                <a:gd name="connsiteY3" fmla="*/ 1095470 h 1099199"/>
                <a:gd name="connsiteX4" fmla="*/ 0 w 4428590"/>
                <a:gd name="connsiteY4" fmla="*/ 1 h 1099199"/>
                <a:gd name="connsiteX0" fmla="*/ 0 w 4428590"/>
                <a:gd name="connsiteY0" fmla="*/ 5325 h 1104523"/>
                <a:gd name="connsiteX1" fmla="*/ 3942664 w 4428590"/>
                <a:gd name="connsiteY1" fmla="*/ 0 h 1104523"/>
                <a:gd name="connsiteX2" fmla="*/ 4428590 w 4428590"/>
                <a:gd name="connsiteY2" fmla="*/ 1104523 h 1104523"/>
                <a:gd name="connsiteX3" fmla="*/ 0 w 4428590"/>
                <a:gd name="connsiteY3" fmla="*/ 1100794 h 1104523"/>
                <a:gd name="connsiteX4" fmla="*/ 0 w 4428590"/>
                <a:gd name="connsiteY4" fmla="*/ 5325 h 1104523"/>
                <a:gd name="connsiteX0" fmla="*/ 0 w 4428590"/>
                <a:gd name="connsiteY0" fmla="*/ 1 h 1099199"/>
                <a:gd name="connsiteX1" fmla="*/ 3939187 w 4428590"/>
                <a:gd name="connsiteY1" fmla="*/ 0 h 1099199"/>
                <a:gd name="connsiteX2" fmla="*/ 4428590 w 4428590"/>
                <a:gd name="connsiteY2" fmla="*/ 1099199 h 1099199"/>
                <a:gd name="connsiteX3" fmla="*/ 0 w 4428590"/>
                <a:gd name="connsiteY3" fmla="*/ 1095470 h 1099199"/>
                <a:gd name="connsiteX4" fmla="*/ 0 w 4428590"/>
                <a:gd name="connsiteY4" fmla="*/ 1 h 1099199"/>
                <a:gd name="connsiteX0" fmla="*/ 0 w 4428590"/>
                <a:gd name="connsiteY0" fmla="*/ 2663 h 1101861"/>
                <a:gd name="connsiteX1" fmla="*/ 3932233 w 4428590"/>
                <a:gd name="connsiteY1" fmla="*/ 0 h 1101861"/>
                <a:gd name="connsiteX2" fmla="*/ 4428590 w 4428590"/>
                <a:gd name="connsiteY2" fmla="*/ 1101861 h 1101861"/>
                <a:gd name="connsiteX3" fmla="*/ 0 w 4428590"/>
                <a:gd name="connsiteY3" fmla="*/ 1098132 h 1101861"/>
                <a:gd name="connsiteX4" fmla="*/ 0 w 4428590"/>
                <a:gd name="connsiteY4" fmla="*/ 2663 h 1101861"/>
                <a:gd name="connsiteX0" fmla="*/ 0 w 4428590"/>
                <a:gd name="connsiteY0" fmla="*/ 2663 h 1101861"/>
                <a:gd name="connsiteX1" fmla="*/ 3942663 w 4428590"/>
                <a:gd name="connsiteY1" fmla="*/ 0 h 1101861"/>
                <a:gd name="connsiteX2" fmla="*/ 4428590 w 4428590"/>
                <a:gd name="connsiteY2" fmla="*/ 1101861 h 1101861"/>
                <a:gd name="connsiteX3" fmla="*/ 0 w 4428590"/>
                <a:gd name="connsiteY3" fmla="*/ 1098132 h 1101861"/>
                <a:gd name="connsiteX4" fmla="*/ 0 w 4428590"/>
                <a:gd name="connsiteY4" fmla="*/ 2663 h 1101861"/>
                <a:gd name="connsiteX0" fmla="*/ 0 w 4428590"/>
                <a:gd name="connsiteY0" fmla="*/ 6509 h 1105707"/>
                <a:gd name="connsiteX1" fmla="*/ 3942663 w 4428590"/>
                <a:gd name="connsiteY1" fmla="*/ 0 h 1105707"/>
                <a:gd name="connsiteX2" fmla="*/ 4428590 w 4428590"/>
                <a:gd name="connsiteY2" fmla="*/ 1105707 h 1105707"/>
                <a:gd name="connsiteX3" fmla="*/ 0 w 4428590"/>
                <a:gd name="connsiteY3" fmla="*/ 1101978 h 1105707"/>
                <a:gd name="connsiteX4" fmla="*/ 0 w 4428590"/>
                <a:gd name="connsiteY4" fmla="*/ 6509 h 110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8590" h="1105707">
                  <a:moveTo>
                    <a:pt x="0" y="6509"/>
                  </a:moveTo>
                  <a:lnTo>
                    <a:pt x="3942663" y="0"/>
                  </a:lnTo>
                  <a:lnTo>
                    <a:pt x="4428590" y="1105707"/>
                  </a:lnTo>
                  <a:lnTo>
                    <a:pt x="0" y="1101978"/>
                  </a:lnTo>
                  <a:lnTo>
                    <a:pt x="0" y="6509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3"/>
            <p:cNvSpPr/>
            <p:nvPr/>
          </p:nvSpPr>
          <p:spPr>
            <a:xfrm flipH="1" flipV="1">
              <a:off x="4527974" y="4993981"/>
              <a:ext cx="7664025" cy="1451143"/>
            </a:xfrm>
            <a:custGeom>
              <a:avLst/>
              <a:gdLst>
                <a:gd name="connsiteX0" fmla="*/ 0 w 3576119"/>
                <a:gd name="connsiteY0" fmla="*/ 0 h 1095469"/>
                <a:gd name="connsiteX1" fmla="*/ 3576119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76119"/>
                <a:gd name="connsiteY0" fmla="*/ 0 h 1095469"/>
                <a:gd name="connsiteX1" fmla="*/ 3150606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48958"/>
                <a:gd name="connsiteY0" fmla="*/ 0 h 1104522"/>
                <a:gd name="connsiteX1" fmla="*/ 3150606 w 3548958"/>
                <a:gd name="connsiteY1" fmla="*/ 0 h 1104522"/>
                <a:gd name="connsiteX2" fmla="*/ 3548958 w 3548958"/>
                <a:gd name="connsiteY2" fmla="*/ 1104522 h 1104522"/>
                <a:gd name="connsiteX3" fmla="*/ 0 w 3548958"/>
                <a:gd name="connsiteY3" fmla="*/ 1095469 h 1104522"/>
                <a:gd name="connsiteX4" fmla="*/ 0 w 3548958"/>
                <a:gd name="connsiteY4" fmla="*/ 0 h 1104522"/>
                <a:gd name="connsiteX0" fmla="*/ 0 w 3548958"/>
                <a:gd name="connsiteY0" fmla="*/ 9054 h 1113576"/>
                <a:gd name="connsiteX1" fmla="*/ 3159660 w 3548958"/>
                <a:gd name="connsiteY1" fmla="*/ 0 h 1113576"/>
                <a:gd name="connsiteX2" fmla="*/ 3548958 w 3548958"/>
                <a:gd name="connsiteY2" fmla="*/ 1113576 h 1113576"/>
                <a:gd name="connsiteX3" fmla="*/ 0 w 3548958"/>
                <a:gd name="connsiteY3" fmla="*/ 1104523 h 1113576"/>
                <a:gd name="connsiteX4" fmla="*/ 0 w 3548958"/>
                <a:gd name="connsiteY4" fmla="*/ 9054 h 1113576"/>
                <a:gd name="connsiteX0" fmla="*/ 0 w 3548958"/>
                <a:gd name="connsiteY0" fmla="*/ 1 h 1104523"/>
                <a:gd name="connsiteX1" fmla="*/ 3177767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548958"/>
                <a:gd name="connsiteY0" fmla="*/ 1 h 1104523"/>
                <a:gd name="connsiteX1" fmla="*/ 3379225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548958"/>
                <a:gd name="connsiteY0" fmla="*/ 1 h 1104523"/>
                <a:gd name="connsiteX1" fmla="*/ 3021661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217741"/>
                <a:gd name="connsiteY0" fmla="*/ 1 h 1111387"/>
                <a:gd name="connsiteX1" fmla="*/ 3021661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1 h 1111387"/>
                <a:gd name="connsiteX1" fmla="*/ 3007064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1 h 1111387"/>
                <a:gd name="connsiteX1" fmla="*/ 3008524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0 h 1111386"/>
                <a:gd name="connsiteX1" fmla="*/ 3012904 w 3217741"/>
                <a:gd name="connsiteY1" fmla="*/ 2661 h 1111386"/>
                <a:gd name="connsiteX2" fmla="*/ 3217741 w 3217741"/>
                <a:gd name="connsiteY2" fmla="*/ 1111386 h 1111386"/>
                <a:gd name="connsiteX3" fmla="*/ 0 w 3217741"/>
                <a:gd name="connsiteY3" fmla="*/ 1095469 h 1111386"/>
                <a:gd name="connsiteX4" fmla="*/ 0 w 3217741"/>
                <a:gd name="connsiteY4" fmla="*/ 0 h 11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7741" h="1111386">
                  <a:moveTo>
                    <a:pt x="0" y="0"/>
                  </a:moveTo>
                  <a:lnTo>
                    <a:pt x="3012904" y="2661"/>
                  </a:lnTo>
                  <a:lnTo>
                    <a:pt x="3217741" y="1111386"/>
                  </a:lnTo>
                  <a:lnTo>
                    <a:pt x="0" y="1095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31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5722498" y="1358899"/>
            <a:ext cx="1575955" cy="3449837"/>
            <a:chOff x="5113867" y="1315782"/>
            <a:chExt cx="1951566" cy="4272066"/>
          </a:xfrm>
          <a:solidFill>
            <a:schemeClr val="bg1">
              <a:alpha val="3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862060" y="1315782"/>
              <a:ext cx="640340" cy="3633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lowchart: Manual Input 4"/>
            <p:cNvSpPr/>
            <p:nvPr/>
          </p:nvSpPr>
          <p:spPr>
            <a:xfrm>
              <a:off x="5247187" y="1315782"/>
              <a:ext cx="614873" cy="826782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35"/>
                <a:gd name="connsiteY0" fmla="*/ 4331 h 10000"/>
                <a:gd name="connsiteX1" fmla="*/ 10035 w 10035"/>
                <a:gd name="connsiteY1" fmla="*/ 0 h 10000"/>
                <a:gd name="connsiteX2" fmla="*/ 10035 w 10035"/>
                <a:gd name="connsiteY2" fmla="*/ 10000 h 10000"/>
                <a:gd name="connsiteX3" fmla="*/ 35 w 10035"/>
                <a:gd name="connsiteY3" fmla="*/ 10000 h 10000"/>
                <a:gd name="connsiteX4" fmla="*/ 0 w 10035"/>
                <a:gd name="connsiteY4" fmla="*/ 433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5" h="10000">
                  <a:moveTo>
                    <a:pt x="0" y="4331"/>
                  </a:moveTo>
                  <a:lnTo>
                    <a:pt x="10035" y="0"/>
                  </a:lnTo>
                  <a:lnTo>
                    <a:pt x="10035" y="10000"/>
                  </a:lnTo>
                  <a:lnTo>
                    <a:pt x="35" y="10000"/>
                  </a:lnTo>
                  <a:cubicBezTo>
                    <a:pt x="23" y="8110"/>
                    <a:pt x="12" y="6221"/>
                    <a:pt x="0" y="433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72666" y="2142564"/>
              <a:ext cx="189393" cy="28066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5769480" y="4291895"/>
              <a:ext cx="640340" cy="19515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2" name="Text Placeholder 21"/>
          <p:cNvSpPr>
            <a:spLocks noGrp="1"/>
          </p:cNvSpPr>
          <p:nvPr>
            <p:ph type="body" sz="quarter" idx="11" hasCustomPrompt="1"/>
          </p:nvPr>
        </p:nvSpPr>
        <p:spPr>
          <a:xfrm>
            <a:off x="4959975" y="5156402"/>
            <a:ext cx="5910299" cy="700486"/>
          </a:xfrm>
        </p:spPr>
        <p:txBody>
          <a:bodyPr/>
          <a:lstStyle>
            <a:lvl1pPr marL="0" indent="0">
              <a:buNone/>
              <a:defRPr lang="en-US" sz="4400" b="1" kern="1200" smtClean="0">
                <a:solidFill>
                  <a:schemeClr val="bg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Title of your session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4959977" y="5857358"/>
            <a:ext cx="5910298" cy="580815"/>
          </a:xfrm>
        </p:spPr>
        <p:txBody>
          <a:bodyPr>
            <a:norm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Presenter’s name @ One Europe Kick Off 2022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1748118" y="1781735"/>
            <a:ext cx="3627372" cy="2736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“If you don't know where you're going, chances you will get there are very slim”</a:t>
            </a:r>
            <a:b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</a:br>
            <a: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- Jordan Peterson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13653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4544678 #lights, #Europe, #planet, #Earth, wallpaper | Mocah HD Wallpapers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8" t="473" b="26116"/>
          <a:stretch/>
        </p:blipFill>
        <p:spPr bwMode="auto">
          <a:xfrm>
            <a:off x="0" y="-31750"/>
            <a:ext cx="12192000" cy="688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0" y="-19052"/>
            <a:ext cx="12191999" cy="6877523"/>
            <a:chOff x="0" y="-19052"/>
            <a:chExt cx="12191999" cy="6877523"/>
          </a:xfrm>
        </p:grpSpPr>
        <p:sp>
          <p:nvSpPr>
            <p:cNvPr id="7" name="Trapezoid 2"/>
            <p:cNvSpPr/>
            <p:nvPr/>
          </p:nvSpPr>
          <p:spPr>
            <a:xfrm>
              <a:off x="0" y="-19052"/>
              <a:ext cx="5165410" cy="6877523"/>
            </a:xfrm>
            <a:custGeom>
              <a:avLst/>
              <a:gdLst>
                <a:gd name="connsiteX0" fmla="*/ 0 w 6312023"/>
                <a:gd name="connsiteY0" fmla="*/ 6877522 h 6877522"/>
                <a:gd name="connsiteX1" fmla="*/ 1578006 w 6312023"/>
                <a:gd name="connsiteY1" fmla="*/ 0 h 6877522"/>
                <a:gd name="connsiteX2" fmla="*/ 4734017 w 6312023"/>
                <a:gd name="connsiteY2" fmla="*/ 0 h 6877522"/>
                <a:gd name="connsiteX3" fmla="*/ 6312023 w 6312023"/>
                <a:gd name="connsiteY3" fmla="*/ 6877522 h 6877522"/>
                <a:gd name="connsiteX4" fmla="*/ 0 w 6312023"/>
                <a:gd name="connsiteY4" fmla="*/ 6877522 h 6877522"/>
                <a:gd name="connsiteX0" fmla="*/ 11097 w 6323120"/>
                <a:gd name="connsiteY0" fmla="*/ 6877522 h 6877522"/>
                <a:gd name="connsiteX1" fmla="*/ 0 w 6323120"/>
                <a:gd name="connsiteY1" fmla="*/ 8878 h 6877522"/>
                <a:gd name="connsiteX2" fmla="*/ 4745114 w 6323120"/>
                <a:gd name="connsiteY2" fmla="*/ 0 h 6877522"/>
                <a:gd name="connsiteX3" fmla="*/ 6323120 w 6323120"/>
                <a:gd name="connsiteY3" fmla="*/ 6877522 h 6877522"/>
                <a:gd name="connsiteX4" fmla="*/ 11097 w 6323120"/>
                <a:gd name="connsiteY4" fmla="*/ 6877522 h 6877522"/>
                <a:gd name="connsiteX0" fmla="*/ 11097 w 6323120"/>
                <a:gd name="connsiteY0" fmla="*/ 6868644 h 6868644"/>
                <a:gd name="connsiteX1" fmla="*/ 0 w 6323120"/>
                <a:gd name="connsiteY1" fmla="*/ 0 h 6868644"/>
                <a:gd name="connsiteX2" fmla="*/ 3503864 w 6323120"/>
                <a:gd name="connsiteY2" fmla="*/ 175 h 6868644"/>
                <a:gd name="connsiteX3" fmla="*/ 6323120 w 6323120"/>
                <a:gd name="connsiteY3" fmla="*/ 6868644 h 6868644"/>
                <a:gd name="connsiteX4" fmla="*/ 11097 w 6323120"/>
                <a:gd name="connsiteY4" fmla="*/ 6868644 h 6868644"/>
                <a:gd name="connsiteX0" fmla="*/ 11097 w 6323120"/>
                <a:gd name="connsiteY0" fmla="*/ 6877523 h 6877523"/>
                <a:gd name="connsiteX1" fmla="*/ 0 w 6323120"/>
                <a:gd name="connsiteY1" fmla="*/ 8879 h 6877523"/>
                <a:gd name="connsiteX2" fmla="*/ 3426286 w 6323120"/>
                <a:gd name="connsiteY2" fmla="*/ 0 h 6877523"/>
                <a:gd name="connsiteX3" fmla="*/ 6323120 w 6323120"/>
                <a:gd name="connsiteY3" fmla="*/ 6877523 h 6877523"/>
                <a:gd name="connsiteX4" fmla="*/ 11097 w 6323120"/>
                <a:gd name="connsiteY4" fmla="*/ 6877523 h 6877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23120" h="6877523">
                  <a:moveTo>
                    <a:pt x="11097" y="6877523"/>
                  </a:moveTo>
                  <a:lnTo>
                    <a:pt x="0" y="8879"/>
                  </a:lnTo>
                  <a:lnTo>
                    <a:pt x="3426286" y="0"/>
                  </a:lnTo>
                  <a:lnTo>
                    <a:pt x="6323120" y="6877523"/>
                  </a:lnTo>
                  <a:lnTo>
                    <a:pt x="11097" y="6877523"/>
                  </a:lnTo>
                  <a:close/>
                </a:path>
              </a:pathLst>
            </a:custGeom>
            <a:solidFill>
              <a:srgbClr val="EE3126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3"/>
            <p:cNvSpPr/>
            <p:nvPr/>
          </p:nvSpPr>
          <p:spPr>
            <a:xfrm>
              <a:off x="1748118" y="4993982"/>
              <a:ext cx="3268948" cy="1444191"/>
            </a:xfrm>
            <a:custGeom>
              <a:avLst/>
              <a:gdLst>
                <a:gd name="connsiteX0" fmla="*/ 0 w 3576119"/>
                <a:gd name="connsiteY0" fmla="*/ 0 h 1095469"/>
                <a:gd name="connsiteX1" fmla="*/ 3576119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76119"/>
                <a:gd name="connsiteY0" fmla="*/ 0 h 1095469"/>
                <a:gd name="connsiteX1" fmla="*/ 3150606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48958"/>
                <a:gd name="connsiteY0" fmla="*/ 0 h 1104522"/>
                <a:gd name="connsiteX1" fmla="*/ 3150606 w 3548958"/>
                <a:gd name="connsiteY1" fmla="*/ 0 h 1104522"/>
                <a:gd name="connsiteX2" fmla="*/ 3548958 w 3548958"/>
                <a:gd name="connsiteY2" fmla="*/ 1104522 h 1104522"/>
                <a:gd name="connsiteX3" fmla="*/ 0 w 3548958"/>
                <a:gd name="connsiteY3" fmla="*/ 1095469 h 1104522"/>
                <a:gd name="connsiteX4" fmla="*/ 0 w 3548958"/>
                <a:gd name="connsiteY4" fmla="*/ 0 h 1104522"/>
                <a:gd name="connsiteX0" fmla="*/ 0 w 3548958"/>
                <a:gd name="connsiteY0" fmla="*/ 9054 h 1113576"/>
                <a:gd name="connsiteX1" fmla="*/ 3159660 w 3548958"/>
                <a:gd name="connsiteY1" fmla="*/ 0 h 1113576"/>
                <a:gd name="connsiteX2" fmla="*/ 3548958 w 3548958"/>
                <a:gd name="connsiteY2" fmla="*/ 1113576 h 1113576"/>
                <a:gd name="connsiteX3" fmla="*/ 0 w 3548958"/>
                <a:gd name="connsiteY3" fmla="*/ 1104523 h 1113576"/>
                <a:gd name="connsiteX4" fmla="*/ 0 w 3548958"/>
                <a:gd name="connsiteY4" fmla="*/ 9054 h 1113576"/>
                <a:gd name="connsiteX0" fmla="*/ 0 w 3548958"/>
                <a:gd name="connsiteY0" fmla="*/ 1 h 1104523"/>
                <a:gd name="connsiteX1" fmla="*/ 3177767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4428590"/>
                <a:gd name="connsiteY0" fmla="*/ 1 h 1099199"/>
                <a:gd name="connsiteX1" fmla="*/ 3177767 w 4428590"/>
                <a:gd name="connsiteY1" fmla="*/ 0 h 1099199"/>
                <a:gd name="connsiteX2" fmla="*/ 4428590 w 4428590"/>
                <a:gd name="connsiteY2" fmla="*/ 1099199 h 1099199"/>
                <a:gd name="connsiteX3" fmla="*/ 0 w 4428590"/>
                <a:gd name="connsiteY3" fmla="*/ 1095470 h 1099199"/>
                <a:gd name="connsiteX4" fmla="*/ 0 w 4428590"/>
                <a:gd name="connsiteY4" fmla="*/ 1 h 1099199"/>
                <a:gd name="connsiteX0" fmla="*/ 0 w 4428590"/>
                <a:gd name="connsiteY0" fmla="*/ 5325 h 1104523"/>
                <a:gd name="connsiteX1" fmla="*/ 3942664 w 4428590"/>
                <a:gd name="connsiteY1" fmla="*/ 0 h 1104523"/>
                <a:gd name="connsiteX2" fmla="*/ 4428590 w 4428590"/>
                <a:gd name="connsiteY2" fmla="*/ 1104523 h 1104523"/>
                <a:gd name="connsiteX3" fmla="*/ 0 w 4428590"/>
                <a:gd name="connsiteY3" fmla="*/ 1100794 h 1104523"/>
                <a:gd name="connsiteX4" fmla="*/ 0 w 4428590"/>
                <a:gd name="connsiteY4" fmla="*/ 5325 h 1104523"/>
                <a:gd name="connsiteX0" fmla="*/ 0 w 4428590"/>
                <a:gd name="connsiteY0" fmla="*/ 1 h 1099199"/>
                <a:gd name="connsiteX1" fmla="*/ 3939187 w 4428590"/>
                <a:gd name="connsiteY1" fmla="*/ 0 h 1099199"/>
                <a:gd name="connsiteX2" fmla="*/ 4428590 w 4428590"/>
                <a:gd name="connsiteY2" fmla="*/ 1099199 h 1099199"/>
                <a:gd name="connsiteX3" fmla="*/ 0 w 4428590"/>
                <a:gd name="connsiteY3" fmla="*/ 1095470 h 1099199"/>
                <a:gd name="connsiteX4" fmla="*/ 0 w 4428590"/>
                <a:gd name="connsiteY4" fmla="*/ 1 h 1099199"/>
                <a:gd name="connsiteX0" fmla="*/ 0 w 4428590"/>
                <a:gd name="connsiteY0" fmla="*/ 2663 h 1101861"/>
                <a:gd name="connsiteX1" fmla="*/ 3932233 w 4428590"/>
                <a:gd name="connsiteY1" fmla="*/ 0 h 1101861"/>
                <a:gd name="connsiteX2" fmla="*/ 4428590 w 4428590"/>
                <a:gd name="connsiteY2" fmla="*/ 1101861 h 1101861"/>
                <a:gd name="connsiteX3" fmla="*/ 0 w 4428590"/>
                <a:gd name="connsiteY3" fmla="*/ 1098132 h 1101861"/>
                <a:gd name="connsiteX4" fmla="*/ 0 w 4428590"/>
                <a:gd name="connsiteY4" fmla="*/ 2663 h 1101861"/>
                <a:gd name="connsiteX0" fmla="*/ 0 w 4428590"/>
                <a:gd name="connsiteY0" fmla="*/ 2663 h 1101861"/>
                <a:gd name="connsiteX1" fmla="*/ 3942663 w 4428590"/>
                <a:gd name="connsiteY1" fmla="*/ 0 h 1101861"/>
                <a:gd name="connsiteX2" fmla="*/ 4428590 w 4428590"/>
                <a:gd name="connsiteY2" fmla="*/ 1101861 h 1101861"/>
                <a:gd name="connsiteX3" fmla="*/ 0 w 4428590"/>
                <a:gd name="connsiteY3" fmla="*/ 1098132 h 1101861"/>
                <a:gd name="connsiteX4" fmla="*/ 0 w 4428590"/>
                <a:gd name="connsiteY4" fmla="*/ 2663 h 1101861"/>
                <a:gd name="connsiteX0" fmla="*/ 0 w 4428590"/>
                <a:gd name="connsiteY0" fmla="*/ 6509 h 1105707"/>
                <a:gd name="connsiteX1" fmla="*/ 3942663 w 4428590"/>
                <a:gd name="connsiteY1" fmla="*/ 0 h 1105707"/>
                <a:gd name="connsiteX2" fmla="*/ 4428590 w 4428590"/>
                <a:gd name="connsiteY2" fmla="*/ 1105707 h 1105707"/>
                <a:gd name="connsiteX3" fmla="*/ 0 w 4428590"/>
                <a:gd name="connsiteY3" fmla="*/ 1101978 h 1105707"/>
                <a:gd name="connsiteX4" fmla="*/ 0 w 4428590"/>
                <a:gd name="connsiteY4" fmla="*/ 6509 h 110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8590" h="1105707">
                  <a:moveTo>
                    <a:pt x="0" y="6509"/>
                  </a:moveTo>
                  <a:lnTo>
                    <a:pt x="3942663" y="0"/>
                  </a:lnTo>
                  <a:lnTo>
                    <a:pt x="4428590" y="1105707"/>
                  </a:lnTo>
                  <a:lnTo>
                    <a:pt x="0" y="1101978"/>
                  </a:lnTo>
                  <a:lnTo>
                    <a:pt x="0" y="65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3"/>
            <p:cNvSpPr/>
            <p:nvPr/>
          </p:nvSpPr>
          <p:spPr>
            <a:xfrm flipH="1" flipV="1">
              <a:off x="4527974" y="4993981"/>
              <a:ext cx="7664025" cy="1451143"/>
            </a:xfrm>
            <a:custGeom>
              <a:avLst/>
              <a:gdLst>
                <a:gd name="connsiteX0" fmla="*/ 0 w 3576119"/>
                <a:gd name="connsiteY0" fmla="*/ 0 h 1095469"/>
                <a:gd name="connsiteX1" fmla="*/ 3576119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76119"/>
                <a:gd name="connsiteY0" fmla="*/ 0 h 1095469"/>
                <a:gd name="connsiteX1" fmla="*/ 3150606 w 3576119"/>
                <a:gd name="connsiteY1" fmla="*/ 0 h 1095469"/>
                <a:gd name="connsiteX2" fmla="*/ 3576119 w 3576119"/>
                <a:gd name="connsiteY2" fmla="*/ 1095469 h 1095469"/>
                <a:gd name="connsiteX3" fmla="*/ 0 w 3576119"/>
                <a:gd name="connsiteY3" fmla="*/ 1095469 h 1095469"/>
                <a:gd name="connsiteX4" fmla="*/ 0 w 3576119"/>
                <a:gd name="connsiteY4" fmla="*/ 0 h 1095469"/>
                <a:gd name="connsiteX0" fmla="*/ 0 w 3548958"/>
                <a:gd name="connsiteY0" fmla="*/ 0 h 1104522"/>
                <a:gd name="connsiteX1" fmla="*/ 3150606 w 3548958"/>
                <a:gd name="connsiteY1" fmla="*/ 0 h 1104522"/>
                <a:gd name="connsiteX2" fmla="*/ 3548958 w 3548958"/>
                <a:gd name="connsiteY2" fmla="*/ 1104522 h 1104522"/>
                <a:gd name="connsiteX3" fmla="*/ 0 w 3548958"/>
                <a:gd name="connsiteY3" fmla="*/ 1095469 h 1104522"/>
                <a:gd name="connsiteX4" fmla="*/ 0 w 3548958"/>
                <a:gd name="connsiteY4" fmla="*/ 0 h 1104522"/>
                <a:gd name="connsiteX0" fmla="*/ 0 w 3548958"/>
                <a:gd name="connsiteY0" fmla="*/ 9054 h 1113576"/>
                <a:gd name="connsiteX1" fmla="*/ 3159660 w 3548958"/>
                <a:gd name="connsiteY1" fmla="*/ 0 h 1113576"/>
                <a:gd name="connsiteX2" fmla="*/ 3548958 w 3548958"/>
                <a:gd name="connsiteY2" fmla="*/ 1113576 h 1113576"/>
                <a:gd name="connsiteX3" fmla="*/ 0 w 3548958"/>
                <a:gd name="connsiteY3" fmla="*/ 1104523 h 1113576"/>
                <a:gd name="connsiteX4" fmla="*/ 0 w 3548958"/>
                <a:gd name="connsiteY4" fmla="*/ 9054 h 1113576"/>
                <a:gd name="connsiteX0" fmla="*/ 0 w 3548958"/>
                <a:gd name="connsiteY0" fmla="*/ 1 h 1104523"/>
                <a:gd name="connsiteX1" fmla="*/ 3177767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548958"/>
                <a:gd name="connsiteY0" fmla="*/ 1 h 1104523"/>
                <a:gd name="connsiteX1" fmla="*/ 3379225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548958"/>
                <a:gd name="connsiteY0" fmla="*/ 1 h 1104523"/>
                <a:gd name="connsiteX1" fmla="*/ 3021661 w 3548958"/>
                <a:gd name="connsiteY1" fmla="*/ 0 h 1104523"/>
                <a:gd name="connsiteX2" fmla="*/ 3548958 w 3548958"/>
                <a:gd name="connsiteY2" fmla="*/ 1104523 h 1104523"/>
                <a:gd name="connsiteX3" fmla="*/ 0 w 3548958"/>
                <a:gd name="connsiteY3" fmla="*/ 1095470 h 1104523"/>
                <a:gd name="connsiteX4" fmla="*/ 0 w 3548958"/>
                <a:gd name="connsiteY4" fmla="*/ 1 h 1104523"/>
                <a:gd name="connsiteX0" fmla="*/ 0 w 3217741"/>
                <a:gd name="connsiteY0" fmla="*/ 1 h 1111387"/>
                <a:gd name="connsiteX1" fmla="*/ 3021661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1 h 1111387"/>
                <a:gd name="connsiteX1" fmla="*/ 3007064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1 h 1111387"/>
                <a:gd name="connsiteX1" fmla="*/ 3008524 w 3217741"/>
                <a:gd name="connsiteY1" fmla="*/ 0 h 1111387"/>
                <a:gd name="connsiteX2" fmla="*/ 3217741 w 3217741"/>
                <a:gd name="connsiteY2" fmla="*/ 1111387 h 1111387"/>
                <a:gd name="connsiteX3" fmla="*/ 0 w 3217741"/>
                <a:gd name="connsiteY3" fmla="*/ 1095470 h 1111387"/>
                <a:gd name="connsiteX4" fmla="*/ 0 w 3217741"/>
                <a:gd name="connsiteY4" fmla="*/ 1 h 1111387"/>
                <a:gd name="connsiteX0" fmla="*/ 0 w 3217741"/>
                <a:gd name="connsiteY0" fmla="*/ 0 h 1111386"/>
                <a:gd name="connsiteX1" fmla="*/ 3012904 w 3217741"/>
                <a:gd name="connsiteY1" fmla="*/ 2661 h 1111386"/>
                <a:gd name="connsiteX2" fmla="*/ 3217741 w 3217741"/>
                <a:gd name="connsiteY2" fmla="*/ 1111386 h 1111386"/>
                <a:gd name="connsiteX3" fmla="*/ 0 w 3217741"/>
                <a:gd name="connsiteY3" fmla="*/ 1095469 h 1111386"/>
                <a:gd name="connsiteX4" fmla="*/ 0 w 3217741"/>
                <a:gd name="connsiteY4" fmla="*/ 0 h 1111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7741" h="1111386">
                  <a:moveTo>
                    <a:pt x="0" y="0"/>
                  </a:moveTo>
                  <a:lnTo>
                    <a:pt x="3012904" y="2661"/>
                  </a:lnTo>
                  <a:lnTo>
                    <a:pt x="3217741" y="1111386"/>
                  </a:lnTo>
                  <a:lnTo>
                    <a:pt x="0" y="1095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31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5722498" y="1358899"/>
            <a:ext cx="1575955" cy="3449837"/>
            <a:chOff x="5113867" y="1315782"/>
            <a:chExt cx="1951566" cy="4272066"/>
          </a:xfrm>
          <a:solidFill>
            <a:schemeClr val="bg1">
              <a:alpha val="3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862060" y="1315782"/>
              <a:ext cx="640340" cy="3633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lowchart: Manual Input 4"/>
            <p:cNvSpPr/>
            <p:nvPr/>
          </p:nvSpPr>
          <p:spPr>
            <a:xfrm>
              <a:off x="5247187" y="1315782"/>
              <a:ext cx="614873" cy="826782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35"/>
                <a:gd name="connsiteY0" fmla="*/ 4331 h 10000"/>
                <a:gd name="connsiteX1" fmla="*/ 10035 w 10035"/>
                <a:gd name="connsiteY1" fmla="*/ 0 h 10000"/>
                <a:gd name="connsiteX2" fmla="*/ 10035 w 10035"/>
                <a:gd name="connsiteY2" fmla="*/ 10000 h 10000"/>
                <a:gd name="connsiteX3" fmla="*/ 35 w 10035"/>
                <a:gd name="connsiteY3" fmla="*/ 10000 h 10000"/>
                <a:gd name="connsiteX4" fmla="*/ 0 w 10035"/>
                <a:gd name="connsiteY4" fmla="*/ 433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5" h="10000">
                  <a:moveTo>
                    <a:pt x="0" y="4331"/>
                  </a:moveTo>
                  <a:lnTo>
                    <a:pt x="10035" y="0"/>
                  </a:lnTo>
                  <a:lnTo>
                    <a:pt x="10035" y="10000"/>
                  </a:lnTo>
                  <a:lnTo>
                    <a:pt x="35" y="10000"/>
                  </a:lnTo>
                  <a:cubicBezTo>
                    <a:pt x="23" y="8110"/>
                    <a:pt x="12" y="6221"/>
                    <a:pt x="0" y="433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72666" y="2142564"/>
              <a:ext cx="189393" cy="28066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5769480" y="4291895"/>
              <a:ext cx="640340" cy="19515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2" name="Text Placeholder 21"/>
          <p:cNvSpPr>
            <a:spLocks noGrp="1"/>
          </p:cNvSpPr>
          <p:nvPr>
            <p:ph type="body" sz="quarter" idx="11" hasCustomPrompt="1"/>
          </p:nvPr>
        </p:nvSpPr>
        <p:spPr>
          <a:xfrm>
            <a:off x="4959975" y="5156402"/>
            <a:ext cx="5910299" cy="700486"/>
          </a:xfrm>
        </p:spPr>
        <p:txBody>
          <a:bodyPr/>
          <a:lstStyle>
            <a:lvl1pPr marL="0" indent="0">
              <a:buNone/>
              <a:defRPr lang="en-US" sz="4400" b="1" kern="1200" smtClean="0">
                <a:solidFill>
                  <a:schemeClr val="bg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Title of your session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4959977" y="5857358"/>
            <a:ext cx="5910298" cy="580815"/>
          </a:xfrm>
        </p:spPr>
        <p:txBody>
          <a:bodyPr>
            <a:normAutofit/>
          </a:bodyPr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24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Presenter’s name @ One Europe Kick Off 2022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1748118" y="1781735"/>
            <a:ext cx="3627372" cy="2736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“It’s essential to have</a:t>
            </a:r>
            <a:r>
              <a:rPr lang="en-US" sz="3200" i="1" kern="1200" baseline="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 good tools, but it is also essential that the tools should be used in the right way</a:t>
            </a:r>
            <a: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- </a:t>
            </a:r>
            <a:r>
              <a:rPr lang="en-US" sz="2400" i="1" kern="120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Wallace</a:t>
            </a:r>
            <a:r>
              <a:rPr lang="en-US" sz="2400" i="1" kern="1200" baseline="0" dirty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rPr>
              <a:t> Wattles</a:t>
            </a:r>
            <a:endParaRPr lang="en-US" sz="2400" i="1" kern="1200" dirty="0">
              <a:solidFill>
                <a:schemeClr val="bg1"/>
              </a:solidFill>
              <a:latin typeface="Bosis for Agfa Medium" panose="020B0504030504040204" pitchFamily="34" charset="0"/>
              <a:ea typeface="Bosis for Agfa Medium" panose="020B0504030504040204" pitchFamily="34" charset="0"/>
              <a:cs typeface="Bosis for Agfa Medium" panose="020B050403050404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69717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612914-7F08-4B3C-86C1-3FF4B8B13496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accent3">
              <a:lumMod val="75000"/>
              <a:alpha val="20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4B13766-0D74-44BD-8CB4-05101DA22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88FCA32-DB67-40CF-9B32-C7DC8FD0D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8183712-A5CD-4131-9F05-849206502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06BED2FF-6281-4252-AAEA-92DD6D0EF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302A5345-E82F-4CC9-BE37-A69682538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7C103CC-7F05-4273-A307-8B34ACE1B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E925EBA9-E9D9-44D3-8D7E-31D53575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970D079F-E95B-4B3D-9D19-9EA0A62C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6E4E66E1-EF32-497D-9DD1-7614CD65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BCA64D64-CE0F-4541-AA23-37B8DDE17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A2D45EAB-45EF-480D-BDFE-47B47401A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5781B5A-1B4A-4A70-80FA-F7CADC446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7C29A47A-A17E-421C-B782-5942CAD17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BAD9B01C-AF02-4F39-8606-CEB2AC128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45584B4B-DCA7-4A3C-BAD1-05AE20BD7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00521576-D232-4822-AC25-080AAFB16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33FAD6CD-ADE7-4D0A-AD23-FF99D500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2BAC37B4-FFA5-4846-B8D0-70BABBB8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5F3844A-E67F-4055-8E29-FF7E21477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6AC48A80-50BF-4BBF-B5FD-AB3210AEB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E5A7620-AE11-4EE9-A211-5DCD66D32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E7678A5B-1FF5-441C-A4DE-642363D59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EBAF165F-E0E5-4EFF-B9CC-E97B1C793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46C9E236-D21E-4EB4-A577-FD6E2FC28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6A761220-4480-494E-8BA3-77CD529F5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1E5F2BAB-0AE2-488F-BF23-6761FF308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47" name="Freeform 35">
            <a:extLst>
              <a:ext uri="{FF2B5EF4-FFF2-40B4-BE49-F238E27FC236}">
                <a16:creationId xmlns:a16="http://schemas.microsoft.com/office/drawing/2014/main" id="{9EB97075-C1F6-4562-A9E8-41CBEB3F8575}"/>
              </a:ext>
            </a:extLst>
          </p:cNvPr>
          <p:cNvSpPr>
            <a:spLocks/>
          </p:cNvSpPr>
          <p:nvPr userDrawn="1"/>
        </p:nvSpPr>
        <p:spPr bwMode="auto">
          <a:xfrm>
            <a:off x="4114285" y="2514600"/>
            <a:ext cx="8095183" cy="3856038"/>
          </a:xfrm>
          <a:custGeom>
            <a:avLst/>
            <a:gdLst>
              <a:gd name="T0" fmla="*/ 5098 w 5098"/>
              <a:gd name="T1" fmla="*/ 0 h 2429"/>
              <a:gd name="T2" fmla="*/ 2433 w 5098"/>
              <a:gd name="T3" fmla="*/ 0 h 2429"/>
              <a:gd name="T4" fmla="*/ 0 w 5098"/>
              <a:gd name="T5" fmla="*/ 2429 h 2429"/>
              <a:gd name="T6" fmla="*/ 5098 w 5098"/>
              <a:gd name="T7" fmla="*/ 2429 h 2429"/>
              <a:gd name="T8" fmla="*/ 5098 w 5098"/>
              <a:gd name="T9" fmla="*/ 0 h 2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98" h="2429">
                <a:moveTo>
                  <a:pt x="5098" y="0"/>
                </a:moveTo>
                <a:lnTo>
                  <a:pt x="2433" y="0"/>
                </a:lnTo>
                <a:lnTo>
                  <a:pt x="0" y="2429"/>
                </a:lnTo>
                <a:lnTo>
                  <a:pt x="5098" y="2429"/>
                </a:lnTo>
                <a:lnTo>
                  <a:pt x="5098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48" name="Freeform 36">
            <a:extLst>
              <a:ext uri="{FF2B5EF4-FFF2-40B4-BE49-F238E27FC236}">
                <a16:creationId xmlns:a16="http://schemas.microsoft.com/office/drawing/2014/main" id="{D6040227-16A7-467F-AB3E-745F3A800F3A}"/>
              </a:ext>
            </a:extLst>
          </p:cNvPr>
          <p:cNvSpPr>
            <a:spLocks/>
          </p:cNvSpPr>
          <p:nvPr userDrawn="1"/>
        </p:nvSpPr>
        <p:spPr bwMode="auto">
          <a:xfrm>
            <a:off x="2365992" y="-1588"/>
            <a:ext cx="4901890" cy="2447925"/>
          </a:xfrm>
          <a:custGeom>
            <a:avLst/>
            <a:gdLst>
              <a:gd name="T0" fmla="*/ 3087 w 3087"/>
              <a:gd name="T1" fmla="*/ 0 h 1542"/>
              <a:gd name="T2" fmla="*/ 0 w 3087"/>
              <a:gd name="T3" fmla="*/ 0 h 1542"/>
              <a:gd name="T4" fmla="*/ 1545 w 3087"/>
              <a:gd name="T5" fmla="*/ 1542 h 1542"/>
              <a:gd name="T6" fmla="*/ 3087 w 3087"/>
              <a:gd name="T7" fmla="*/ 0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87" h="1542">
                <a:moveTo>
                  <a:pt x="3087" y="0"/>
                </a:moveTo>
                <a:lnTo>
                  <a:pt x="0" y="0"/>
                </a:lnTo>
                <a:lnTo>
                  <a:pt x="1545" y="1542"/>
                </a:lnTo>
                <a:lnTo>
                  <a:pt x="3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37">
            <a:extLst>
              <a:ext uri="{FF2B5EF4-FFF2-40B4-BE49-F238E27FC236}">
                <a16:creationId xmlns:a16="http://schemas.microsoft.com/office/drawing/2014/main" id="{49DC4E0C-A0DF-49F7-9F80-785E8FE45719}"/>
              </a:ext>
            </a:extLst>
          </p:cNvPr>
          <p:cNvSpPr>
            <a:spLocks/>
          </p:cNvSpPr>
          <p:nvPr userDrawn="1"/>
        </p:nvSpPr>
        <p:spPr bwMode="auto">
          <a:xfrm>
            <a:off x="9529" y="-1587"/>
            <a:ext cx="6234148" cy="6867525"/>
          </a:xfrm>
          <a:custGeom>
            <a:avLst/>
            <a:gdLst>
              <a:gd name="T0" fmla="*/ 951 w 3926"/>
              <a:gd name="T1" fmla="*/ 0 h 4326"/>
              <a:gd name="T2" fmla="*/ 0 w 3926"/>
              <a:gd name="T3" fmla="*/ 950 h 4326"/>
              <a:gd name="T4" fmla="*/ 0 w 3926"/>
              <a:gd name="T5" fmla="*/ 4163 h 4326"/>
              <a:gd name="T6" fmla="*/ 163 w 3926"/>
              <a:gd name="T7" fmla="*/ 4326 h 4326"/>
              <a:gd name="T8" fmla="*/ 2155 w 3926"/>
              <a:gd name="T9" fmla="*/ 4326 h 4326"/>
              <a:gd name="T10" fmla="*/ 3926 w 3926"/>
              <a:gd name="T11" fmla="*/ 2558 h 4326"/>
              <a:gd name="T12" fmla="*/ 1367 w 3926"/>
              <a:gd name="T13" fmla="*/ 0 h 4326"/>
              <a:gd name="T14" fmla="*/ 951 w 3926"/>
              <a:gd name="T15" fmla="*/ 0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26" h="4326">
                <a:moveTo>
                  <a:pt x="951" y="0"/>
                </a:moveTo>
                <a:lnTo>
                  <a:pt x="0" y="950"/>
                </a:lnTo>
                <a:lnTo>
                  <a:pt x="0" y="4163"/>
                </a:lnTo>
                <a:lnTo>
                  <a:pt x="163" y="4326"/>
                </a:lnTo>
                <a:lnTo>
                  <a:pt x="2155" y="4326"/>
                </a:lnTo>
                <a:lnTo>
                  <a:pt x="3926" y="2558"/>
                </a:lnTo>
                <a:lnTo>
                  <a:pt x="1367" y="0"/>
                </a:lnTo>
                <a:lnTo>
                  <a:pt x="951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DCFF320-6449-47E5-BEA8-83D64118EF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123" y="0"/>
            <a:ext cx="6261452" cy="6865937"/>
          </a:xfrm>
          <a:custGeom>
            <a:avLst/>
            <a:gdLst>
              <a:gd name="connsiteX0" fmla="*/ 1535035 w 6259821"/>
              <a:gd name="connsiteY0" fmla="*/ 0 h 6865937"/>
              <a:gd name="connsiteX1" fmla="*/ 2192089 w 6259821"/>
              <a:gd name="connsiteY1" fmla="*/ 0 h 6865937"/>
              <a:gd name="connsiteX2" fmla="*/ 6259821 w 6259821"/>
              <a:gd name="connsiteY2" fmla="*/ 4055587 h 6865937"/>
              <a:gd name="connsiteX3" fmla="*/ 3441054 w 6259821"/>
              <a:gd name="connsiteY3" fmla="*/ 6865937 h 6865937"/>
              <a:gd name="connsiteX4" fmla="*/ 286070 w 6259821"/>
              <a:gd name="connsiteY4" fmla="*/ 6865937 h 6865937"/>
              <a:gd name="connsiteX5" fmla="*/ 0 w 6259821"/>
              <a:gd name="connsiteY5" fmla="*/ 6580722 h 6865937"/>
              <a:gd name="connsiteX6" fmla="*/ 0 w 6259821"/>
              <a:gd name="connsiteY6" fmla="*/ 1530452 h 686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9821" h="6865937">
                <a:moveTo>
                  <a:pt x="1535035" y="0"/>
                </a:moveTo>
                <a:lnTo>
                  <a:pt x="2192089" y="0"/>
                </a:lnTo>
                <a:lnTo>
                  <a:pt x="6259821" y="4055587"/>
                </a:lnTo>
                <a:lnTo>
                  <a:pt x="3441054" y="6865937"/>
                </a:lnTo>
                <a:lnTo>
                  <a:pt x="286070" y="6865937"/>
                </a:lnTo>
                <a:lnTo>
                  <a:pt x="0" y="6580722"/>
                </a:lnTo>
                <a:lnTo>
                  <a:pt x="0" y="15304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16267" y="4534680"/>
            <a:ext cx="4766134" cy="610820"/>
          </a:xfrm>
        </p:spPr>
        <p:txBody>
          <a:bodyPr anchor="b">
            <a:noAutofit/>
          </a:bodyPr>
          <a:lstStyle>
            <a:lvl1pPr algn="r">
              <a:defRPr lang="en-US" sz="4400" b="1" kern="1200" smtClean="0">
                <a:solidFill>
                  <a:schemeClr val="bg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6266" y="5155768"/>
            <a:ext cx="4766134" cy="713221"/>
          </a:xfrm>
        </p:spPr>
        <p:txBody>
          <a:bodyPr>
            <a:noAutofit/>
          </a:bodyPr>
          <a:lstStyle>
            <a:lvl1pPr marL="0" indent="0" algn="r">
              <a:buNone/>
              <a:defRPr lang="en-US" sz="2800" kern="1200" smtClean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6" name="Freeform 34">
            <a:extLst>
              <a:ext uri="{FF2B5EF4-FFF2-40B4-BE49-F238E27FC236}">
                <a16:creationId xmlns:a16="http://schemas.microsoft.com/office/drawing/2014/main" id="{9AB39373-4034-463F-B6F8-2E15846F6900}"/>
              </a:ext>
            </a:extLst>
          </p:cNvPr>
          <p:cNvSpPr>
            <a:spLocks/>
          </p:cNvSpPr>
          <p:nvPr userDrawn="1"/>
        </p:nvSpPr>
        <p:spPr bwMode="auto">
          <a:xfrm>
            <a:off x="4914593" y="1116014"/>
            <a:ext cx="2848717" cy="2843213"/>
          </a:xfrm>
          <a:custGeom>
            <a:avLst/>
            <a:gdLst>
              <a:gd name="T0" fmla="*/ 897 w 1794"/>
              <a:gd name="T1" fmla="*/ 1791 h 1791"/>
              <a:gd name="T2" fmla="*/ 0 w 1794"/>
              <a:gd name="T3" fmla="*/ 895 h 1791"/>
              <a:gd name="T4" fmla="*/ 897 w 1794"/>
              <a:gd name="T5" fmla="*/ 0 h 1791"/>
              <a:gd name="T6" fmla="*/ 1794 w 1794"/>
              <a:gd name="T7" fmla="*/ 895 h 1791"/>
              <a:gd name="T8" fmla="*/ 897 w 1794"/>
              <a:gd name="T9" fmla="*/ 1791 h 1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4" h="1791">
                <a:moveTo>
                  <a:pt x="897" y="1791"/>
                </a:moveTo>
                <a:lnTo>
                  <a:pt x="0" y="895"/>
                </a:lnTo>
                <a:lnTo>
                  <a:pt x="897" y="0"/>
                </a:lnTo>
                <a:lnTo>
                  <a:pt x="1794" y="895"/>
                </a:lnTo>
                <a:lnTo>
                  <a:pt x="897" y="179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53378040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612914-7F08-4B3C-86C1-3FF4B8B13496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bg1">
              <a:lumMod val="95000"/>
              <a:alpha val="20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4B13766-0D74-44BD-8CB4-05101DA22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88FCA32-DB67-40CF-9B32-C7DC8FD0D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8183712-A5CD-4131-9F05-849206502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06BED2FF-6281-4252-AAEA-92DD6D0EF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302A5345-E82F-4CC9-BE37-A69682538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7C103CC-7F05-4273-A307-8B34ACE1B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E925EBA9-E9D9-44D3-8D7E-31D53575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970D079F-E95B-4B3D-9D19-9EA0A62C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6E4E66E1-EF32-497D-9DD1-7614CD65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BCA64D64-CE0F-4541-AA23-37B8DDE17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A2D45EAB-45EF-480D-BDFE-47B47401A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5781B5A-1B4A-4A70-80FA-F7CADC446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7C29A47A-A17E-421C-B782-5942CAD17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BAD9B01C-AF02-4F39-8606-CEB2AC128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45584B4B-DCA7-4A3C-BAD1-05AE20BD7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00521576-D232-4822-AC25-080AAFB16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33FAD6CD-ADE7-4D0A-AD23-FF99D500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2BAC37B4-FFA5-4846-B8D0-70BABBB8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5F3844A-E67F-4055-8E29-FF7E21477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6AC48A80-50BF-4BBF-B5FD-AB3210AEB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E5A7620-AE11-4EE9-A211-5DCD66D32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E7678A5B-1FF5-441C-A4DE-642363D59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EBAF165F-E0E5-4EFF-B9CC-E97B1C793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46C9E236-D21E-4EB4-A577-FD6E2FC28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6A761220-4480-494E-8BA3-77CD529F5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1E5F2BAB-0AE2-488F-BF23-6761FF308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46" name="Freeform 34">
            <a:extLst>
              <a:ext uri="{FF2B5EF4-FFF2-40B4-BE49-F238E27FC236}">
                <a16:creationId xmlns:a16="http://schemas.microsoft.com/office/drawing/2014/main" id="{9AB39373-4034-463F-B6F8-2E15846F6900}"/>
              </a:ext>
            </a:extLst>
          </p:cNvPr>
          <p:cNvSpPr>
            <a:spLocks/>
          </p:cNvSpPr>
          <p:nvPr userDrawn="1"/>
        </p:nvSpPr>
        <p:spPr bwMode="auto">
          <a:xfrm>
            <a:off x="4914593" y="1116014"/>
            <a:ext cx="2848717" cy="2843213"/>
          </a:xfrm>
          <a:custGeom>
            <a:avLst/>
            <a:gdLst>
              <a:gd name="T0" fmla="*/ 897 w 1794"/>
              <a:gd name="T1" fmla="*/ 1791 h 1791"/>
              <a:gd name="T2" fmla="*/ 0 w 1794"/>
              <a:gd name="T3" fmla="*/ 895 h 1791"/>
              <a:gd name="T4" fmla="*/ 897 w 1794"/>
              <a:gd name="T5" fmla="*/ 0 h 1791"/>
              <a:gd name="T6" fmla="*/ 1794 w 1794"/>
              <a:gd name="T7" fmla="*/ 895 h 1791"/>
              <a:gd name="T8" fmla="*/ 897 w 1794"/>
              <a:gd name="T9" fmla="*/ 1791 h 1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4" h="1791">
                <a:moveTo>
                  <a:pt x="897" y="1791"/>
                </a:moveTo>
                <a:lnTo>
                  <a:pt x="0" y="895"/>
                </a:lnTo>
                <a:lnTo>
                  <a:pt x="897" y="0"/>
                </a:lnTo>
                <a:lnTo>
                  <a:pt x="1794" y="895"/>
                </a:lnTo>
                <a:lnTo>
                  <a:pt x="897" y="17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47" name="Freeform 35">
            <a:extLst>
              <a:ext uri="{FF2B5EF4-FFF2-40B4-BE49-F238E27FC236}">
                <a16:creationId xmlns:a16="http://schemas.microsoft.com/office/drawing/2014/main" id="{9EB97075-C1F6-4562-A9E8-41CBEB3F8575}"/>
              </a:ext>
            </a:extLst>
          </p:cNvPr>
          <p:cNvSpPr>
            <a:spLocks/>
          </p:cNvSpPr>
          <p:nvPr userDrawn="1"/>
        </p:nvSpPr>
        <p:spPr bwMode="auto">
          <a:xfrm>
            <a:off x="4114285" y="2514600"/>
            <a:ext cx="8095183" cy="3856038"/>
          </a:xfrm>
          <a:custGeom>
            <a:avLst/>
            <a:gdLst>
              <a:gd name="T0" fmla="*/ 5098 w 5098"/>
              <a:gd name="T1" fmla="*/ 0 h 2429"/>
              <a:gd name="T2" fmla="*/ 2433 w 5098"/>
              <a:gd name="T3" fmla="*/ 0 h 2429"/>
              <a:gd name="T4" fmla="*/ 0 w 5098"/>
              <a:gd name="T5" fmla="*/ 2429 h 2429"/>
              <a:gd name="T6" fmla="*/ 5098 w 5098"/>
              <a:gd name="T7" fmla="*/ 2429 h 2429"/>
              <a:gd name="T8" fmla="*/ 5098 w 5098"/>
              <a:gd name="T9" fmla="*/ 0 h 2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98" h="2429">
                <a:moveTo>
                  <a:pt x="5098" y="0"/>
                </a:moveTo>
                <a:lnTo>
                  <a:pt x="2433" y="0"/>
                </a:lnTo>
                <a:lnTo>
                  <a:pt x="0" y="2429"/>
                </a:lnTo>
                <a:lnTo>
                  <a:pt x="5098" y="2429"/>
                </a:lnTo>
                <a:lnTo>
                  <a:pt x="5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48" name="Freeform 36">
            <a:extLst>
              <a:ext uri="{FF2B5EF4-FFF2-40B4-BE49-F238E27FC236}">
                <a16:creationId xmlns:a16="http://schemas.microsoft.com/office/drawing/2014/main" id="{D6040227-16A7-467F-AB3E-745F3A800F3A}"/>
              </a:ext>
            </a:extLst>
          </p:cNvPr>
          <p:cNvSpPr>
            <a:spLocks/>
          </p:cNvSpPr>
          <p:nvPr userDrawn="1"/>
        </p:nvSpPr>
        <p:spPr bwMode="auto">
          <a:xfrm>
            <a:off x="2365992" y="-1588"/>
            <a:ext cx="4901890" cy="2447925"/>
          </a:xfrm>
          <a:custGeom>
            <a:avLst/>
            <a:gdLst>
              <a:gd name="T0" fmla="*/ 3087 w 3087"/>
              <a:gd name="T1" fmla="*/ 0 h 1542"/>
              <a:gd name="T2" fmla="*/ 0 w 3087"/>
              <a:gd name="T3" fmla="*/ 0 h 1542"/>
              <a:gd name="T4" fmla="*/ 1545 w 3087"/>
              <a:gd name="T5" fmla="*/ 1542 h 1542"/>
              <a:gd name="T6" fmla="*/ 3087 w 3087"/>
              <a:gd name="T7" fmla="*/ 0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87" h="1542">
                <a:moveTo>
                  <a:pt x="3087" y="0"/>
                </a:moveTo>
                <a:lnTo>
                  <a:pt x="0" y="0"/>
                </a:lnTo>
                <a:lnTo>
                  <a:pt x="1545" y="1542"/>
                </a:lnTo>
                <a:lnTo>
                  <a:pt x="3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37">
            <a:extLst>
              <a:ext uri="{FF2B5EF4-FFF2-40B4-BE49-F238E27FC236}">
                <a16:creationId xmlns:a16="http://schemas.microsoft.com/office/drawing/2014/main" id="{49DC4E0C-A0DF-49F7-9F80-785E8FE45719}"/>
              </a:ext>
            </a:extLst>
          </p:cNvPr>
          <p:cNvSpPr>
            <a:spLocks/>
          </p:cNvSpPr>
          <p:nvPr userDrawn="1"/>
        </p:nvSpPr>
        <p:spPr bwMode="auto">
          <a:xfrm>
            <a:off x="9529" y="-1587"/>
            <a:ext cx="6234148" cy="6867525"/>
          </a:xfrm>
          <a:custGeom>
            <a:avLst/>
            <a:gdLst>
              <a:gd name="T0" fmla="*/ 951 w 3926"/>
              <a:gd name="T1" fmla="*/ 0 h 4326"/>
              <a:gd name="T2" fmla="*/ 0 w 3926"/>
              <a:gd name="T3" fmla="*/ 950 h 4326"/>
              <a:gd name="T4" fmla="*/ 0 w 3926"/>
              <a:gd name="T5" fmla="*/ 4163 h 4326"/>
              <a:gd name="T6" fmla="*/ 163 w 3926"/>
              <a:gd name="T7" fmla="*/ 4326 h 4326"/>
              <a:gd name="T8" fmla="*/ 2155 w 3926"/>
              <a:gd name="T9" fmla="*/ 4326 h 4326"/>
              <a:gd name="T10" fmla="*/ 3926 w 3926"/>
              <a:gd name="T11" fmla="*/ 2558 h 4326"/>
              <a:gd name="T12" fmla="*/ 1367 w 3926"/>
              <a:gd name="T13" fmla="*/ 0 h 4326"/>
              <a:gd name="T14" fmla="*/ 951 w 3926"/>
              <a:gd name="T15" fmla="*/ 0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926" h="4326">
                <a:moveTo>
                  <a:pt x="951" y="0"/>
                </a:moveTo>
                <a:lnTo>
                  <a:pt x="0" y="950"/>
                </a:lnTo>
                <a:lnTo>
                  <a:pt x="0" y="4163"/>
                </a:lnTo>
                <a:lnTo>
                  <a:pt x="163" y="4326"/>
                </a:lnTo>
                <a:lnTo>
                  <a:pt x="2155" y="4326"/>
                </a:lnTo>
                <a:lnTo>
                  <a:pt x="3926" y="2558"/>
                </a:lnTo>
                <a:lnTo>
                  <a:pt x="1367" y="0"/>
                </a:lnTo>
                <a:lnTo>
                  <a:pt x="951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80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DCFF320-6449-47E5-BEA8-83D64118EF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123" y="0"/>
            <a:ext cx="6261452" cy="6865937"/>
          </a:xfrm>
          <a:custGeom>
            <a:avLst/>
            <a:gdLst>
              <a:gd name="connsiteX0" fmla="*/ 1535035 w 6259821"/>
              <a:gd name="connsiteY0" fmla="*/ 0 h 6865937"/>
              <a:gd name="connsiteX1" fmla="*/ 2192089 w 6259821"/>
              <a:gd name="connsiteY1" fmla="*/ 0 h 6865937"/>
              <a:gd name="connsiteX2" fmla="*/ 6259821 w 6259821"/>
              <a:gd name="connsiteY2" fmla="*/ 4055587 h 6865937"/>
              <a:gd name="connsiteX3" fmla="*/ 3441054 w 6259821"/>
              <a:gd name="connsiteY3" fmla="*/ 6865937 h 6865937"/>
              <a:gd name="connsiteX4" fmla="*/ 286070 w 6259821"/>
              <a:gd name="connsiteY4" fmla="*/ 6865937 h 6865937"/>
              <a:gd name="connsiteX5" fmla="*/ 0 w 6259821"/>
              <a:gd name="connsiteY5" fmla="*/ 6580722 h 6865937"/>
              <a:gd name="connsiteX6" fmla="*/ 0 w 6259821"/>
              <a:gd name="connsiteY6" fmla="*/ 1530452 h 686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9821" h="6865937">
                <a:moveTo>
                  <a:pt x="1535035" y="0"/>
                </a:moveTo>
                <a:lnTo>
                  <a:pt x="2192089" y="0"/>
                </a:lnTo>
                <a:lnTo>
                  <a:pt x="6259821" y="4055587"/>
                </a:lnTo>
                <a:lnTo>
                  <a:pt x="3441054" y="6865937"/>
                </a:lnTo>
                <a:lnTo>
                  <a:pt x="286070" y="6865937"/>
                </a:lnTo>
                <a:lnTo>
                  <a:pt x="0" y="6580722"/>
                </a:lnTo>
                <a:lnTo>
                  <a:pt x="0" y="15304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16267" y="4534680"/>
            <a:ext cx="4766134" cy="610820"/>
          </a:xfrm>
        </p:spPr>
        <p:txBody>
          <a:bodyPr anchor="b">
            <a:noAutofit/>
          </a:bodyPr>
          <a:lstStyle>
            <a:lvl1pPr algn="r">
              <a:defRPr lang="en-US" sz="4400" b="1" kern="1200" smtClean="0">
                <a:solidFill>
                  <a:schemeClr val="bg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6266" y="5155768"/>
            <a:ext cx="4766134" cy="713221"/>
          </a:xfrm>
        </p:spPr>
        <p:txBody>
          <a:bodyPr>
            <a:noAutofit/>
          </a:bodyPr>
          <a:lstStyle>
            <a:lvl1pPr marL="0" indent="0" algn="r">
              <a:buNone/>
              <a:defRPr lang="en-US" sz="2800" kern="1200" smtClean="0">
                <a:solidFill>
                  <a:schemeClr val="bg1"/>
                </a:solidFill>
                <a:latin typeface="Bosis for Agfa Medium" panose="020B0504030504040204" pitchFamily="34" charset="0"/>
                <a:ea typeface="Bosis for Agfa Medium" panose="020B0504030504040204" pitchFamily="34" charset="0"/>
                <a:cs typeface="Bosis for Agfa Medium" panose="020B0504030504040204" pitchFamily="34" charset="0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370850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3">
            <a:extLst>
              <a:ext uri="{FF2B5EF4-FFF2-40B4-BE49-F238E27FC236}">
                <a16:creationId xmlns:a16="http://schemas.microsoft.com/office/drawing/2014/main" id="{18558D27-030C-4E5C-BA9F-D8CCA9A81AAD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09035D-E36F-4085-BA02-E7A78C2ECDEF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12143D-7E1D-4CF1-9576-B571DE6CFB53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accent1">
              <a:lumMod val="75000"/>
              <a:alpha val="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B1100FD-F93B-428D-8B27-AC32C708D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0A323D9-B1A7-4EBE-A7F9-E58D9065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4F78406-BBF6-4F20-9C68-87EC6C153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893A239A-824A-4CF3-83D1-5F5E5A279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2248D58E-3A25-4F10-9B59-306F2E913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F04E1DB8-52A5-49A0-A59F-F4F84B125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AEB1F20C-23EB-4FF4-8FA4-EAA738565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7EF34CE-DECD-4861-A121-584AE3CAA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AA2A589A-31C1-423A-80FA-E6C228452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703E5B3E-C67E-48D9-964D-943B90690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B6E68723-DD2C-4FD1-B105-A60CA6230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68AB7ACA-FA92-4F24-8087-82EE66B0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0F5796F9-3F2A-4DA3-B0FA-95D9E0FC4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AAE2AA10-A73F-45B0-98F7-E96967497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44753E4A-601E-4504-9C3A-1FC1FF26F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7654CD76-9373-4D9D-ACDF-915C09F13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1BCF7AE8-DFED-4636-94BB-B2665FBFB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AA7116C2-294C-4D6D-937F-C48EF750E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17339559-16F3-4044-8099-160F6E55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CA493782-B3B4-4B4E-9E49-4E463577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3E1FA659-1C68-408D-994C-0FA7103A0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E19A0316-6EB8-48D9-AE3B-53C4B0349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F1647C2D-02DB-400F-89CE-686FCF576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F58003BC-B11A-48FE-BA41-57176559F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F26EDC02-F426-40A2-84E5-3C0708D6D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ADCCF8F2-1909-4587-8338-BFE27B15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626624" y="2623309"/>
            <a:ext cx="4262718" cy="3660715"/>
            <a:chOff x="7626624" y="2623309"/>
            <a:chExt cx="4262718" cy="3660715"/>
          </a:xfrm>
        </p:grpSpPr>
        <p:pic>
          <p:nvPicPr>
            <p:cNvPr id="43" name="Picture 15" descr="Europe Map transparent PNG - StickPNG"/>
            <p:cNvPicPr>
              <a:picLocks noChangeAspect="1" noChangeArrowheads="1"/>
            </p:cNvPicPr>
            <p:nvPr userDrawn="1"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831" y="3183126"/>
              <a:ext cx="3625031" cy="2719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9" name="Group 38"/>
            <p:cNvGrpSpPr/>
            <p:nvPr userDrawn="1"/>
          </p:nvGrpSpPr>
          <p:grpSpPr>
            <a:xfrm>
              <a:off x="7626624" y="2623309"/>
              <a:ext cx="4262718" cy="3660715"/>
              <a:chOff x="7626624" y="2623309"/>
              <a:chExt cx="4262718" cy="3660715"/>
            </a:xfrm>
          </p:grpSpPr>
          <p:grpSp>
            <p:nvGrpSpPr>
              <p:cNvPr id="49" name="Group 48"/>
              <p:cNvGrpSpPr/>
              <p:nvPr userDrawn="1"/>
            </p:nvGrpSpPr>
            <p:grpSpPr>
              <a:xfrm>
                <a:off x="9080419" y="3017985"/>
                <a:ext cx="879646" cy="1925585"/>
                <a:chOff x="5113867" y="1315782"/>
                <a:chExt cx="1951566" cy="4272066"/>
              </a:xfrm>
              <a:solidFill>
                <a:schemeClr val="accent1">
                  <a:lumMod val="20000"/>
                  <a:lumOff val="80000"/>
                  <a:alpha val="65000"/>
                </a:schemeClr>
              </a:solidFill>
            </p:grpSpPr>
            <p:sp>
              <p:nvSpPr>
                <p:cNvPr id="50" name="Rectangle 49"/>
                <p:cNvSpPr/>
                <p:nvPr/>
              </p:nvSpPr>
              <p:spPr>
                <a:xfrm>
                  <a:off x="5862060" y="1315782"/>
                  <a:ext cx="640340" cy="363344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lowchart: Manual Input 4"/>
                <p:cNvSpPr/>
                <p:nvPr/>
              </p:nvSpPr>
              <p:spPr>
                <a:xfrm>
                  <a:off x="5247187" y="1315782"/>
                  <a:ext cx="614873" cy="826782"/>
                </a:xfrm>
                <a:custGeom>
                  <a:avLst/>
                  <a:gdLst>
                    <a:gd name="connsiteX0" fmla="*/ 0 w 10000"/>
                    <a:gd name="connsiteY0" fmla="*/ 2000 h 10000"/>
                    <a:gd name="connsiteX1" fmla="*/ 10000 w 10000"/>
                    <a:gd name="connsiteY1" fmla="*/ 0 h 10000"/>
                    <a:gd name="connsiteX2" fmla="*/ 10000 w 10000"/>
                    <a:gd name="connsiteY2" fmla="*/ 10000 h 10000"/>
                    <a:gd name="connsiteX3" fmla="*/ 0 w 10000"/>
                    <a:gd name="connsiteY3" fmla="*/ 10000 h 10000"/>
                    <a:gd name="connsiteX4" fmla="*/ 0 w 10000"/>
                    <a:gd name="connsiteY4" fmla="*/ 2000 h 10000"/>
                    <a:gd name="connsiteX0" fmla="*/ 0 w 10035"/>
                    <a:gd name="connsiteY0" fmla="*/ 4331 h 10000"/>
                    <a:gd name="connsiteX1" fmla="*/ 10035 w 10035"/>
                    <a:gd name="connsiteY1" fmla="*/ 0 h 10000"/>
                    <a:gd name="connsiteX2" fmla="*/ 10035 w 10035"/>
                    <a:gd name="connsiteY2" fmla="*/ 10000 h 10000"/>
                    <a:gd name="connsiteX3" fmla="*/ 35 w 10035"/>
                    <a:gd name="connsiteY3" fmla="*/ 10000 h 10000"/>
                    <a:gd name="connsiteX4" fmla="*/ 0 w 10035"/>
                    <a:gd name="connsiteY4" fmla="*/ 4331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35" h="10000">
                      <a:moveTo>
                        <a:pt x="0" y="4331"/>
                      </a:moveTo>
                      <a:lnTo>
                        <a:pt x="10035" y="0"/>
                      </a:lnTo>
                      <a:lnTo>
                        <a:pt x="10035" y="10000"/>
                      </a:lnTo>
                      <a:lnTo>
                        <a:pt x="35" y="10000"/>
                      </a:lnTo>
                      <a:cubicBezTo>
                        <a:pt x="23" y="8110"/>
                        <a:pt x="12" y="6221"/>
                        <a:pt x="0" y="43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5672666" y="2142564"/>
                  <a:ext cx="189393" cy="28066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 rot="5400000">
                  <a:off x="5769480" y="4291895"/>
                  <a:ext cx="640340" cy="195156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Rectangle 40"/>
              <p:cNvSpPr/>
              <p:nvPr userDrawn="1"/>
            </p:nvSpPr>
            <p:spPr>
              <a:xfrm>
                <a:off x="7626624" y="2623309"/>
                <a:ext cx="4262718" cy="366071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244662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18558D27-030C-4E5C-BA9F-D8CCA9A81AAD}"/>
              </a:ext>
            </a:extLst>
          </p:cNvPr>
          <p:cNvSpPr/>
          <p:nvPr userDrawn="1"/>
        </p:nvSpPr>
        <p:spPr>
          <a:xfrm flipH="1" flipV="1">
            <a:off x="-2" y="1346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Freeform: Shape 36">
            <a:extLst>
              <a:ext uri="{FF2B5EF4-FFF2-40B4-BE49-F238E27FC236}">
                <a16:creationId xmlns:a16="http://schemas.microsoft.com/office/drawing/2014/main" id="{5109035D-E36F-4085-BA02-E7A78C2ECDEF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12143D-7E1D-4CF1-9576-B571DE6CFB53}"/>
              </a:ext>
            </a:extLst>
          </p:cNvPr>
          <p:cNvGrpSpPr/>
          <p:nvPr userDrawn="1"/>
        </p:nvGrpSpPr>
        <p:grpSpPr>
          <a:xfrm>
            <a:off x="9529" y="-8935"/>
            <a:ext cx="12182472" cy="6866936"/>
            <a:chOff x="9526" y="328613"/>
            <a:chExt cx="10671175" cy="6016625"/>
          </a:xfrm>
          <a:solidFill>
            <a:schemeClr val="bg1">
              <a:lumMod val="75000"/>
              <a:alpha val="5000"/>
            </a:schemeClr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B1100FD-F93B-428D-8B27-AC32C708D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6" y="328613"/>
              <a:ext cx="530225" cy="498475"/>
            </a:xfrm>
            <a:custGeom>
              <a:avLst/>
              <a:gdLst>
                <a:gd name="T0" fmla="*/ 146 w 334"/>
                <a:gd name="T1" fmla="*/ 0 h 314"/>
                <a:gd name="T2" fmla="*/ 0 w 334"/>
                <a:gd name="T3" fmla="*/ 0 h 314"/>
                <a:gd name="T4" fmla="*/ 334 w 334"/>
                <a:gd name="T5" fmla="*/ 314 h 314"/>
                <a:gd name="T6" fmla="*/ 334 w 334"/>
                <a:gd name="T7" fmla="*/ 176 h 314"/>
                <a:gd name="T8" fmla="*/ 146 w 334"/>
                <a:gd name="T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4" h="314">
                  <a:moveTo>
                    <a:pt x="146" y="0"/>
                  </a:moveTo>
                  <a:lnTo>
                    <a:pt x="0" y="0"/>
                  </a:lnTo>
                  <a:lnTo>
                    <a:pt x="334" y="314"/>
                  </a:lnTo>
                  <a:lnTo>
                    <a:pt x="334" y="17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0A323D9-B1A7-4EBE-A7F9-E58D9065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1263" y="328613"/>
              <a:ext cx="1849438" cy="1739900"/>
            </a:xfrm>
            <a:custGeom>
              <a:avLst/>
              <a:gdLst>
                <a:gd name="T0" fmla="*/ 0 w 1165"/>
                <a:gd name="T1" fmla="*/ 0 h 1096"/>
                <a:gd name="T2" fmla="*/ 1165 w 1165"/>
                <a:gd name="T3" fmla="*/ 1096 h 1096"/>
                <a:gd name="T4" fmla="*/ 1165 w 1165"/>
                <a:gd name="T5" fmla="*/ 958 h 1096"/>
                <a:gd name="T6" fmla="*/ 146 w 1165"/>
                <a:gd name="T7" fmla="*/ 0 h 1096"/>
                <a:gd name="T8" fmla="*/ 0 w 1165"/>
                <a:gd name="T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5" h="1096">
                  <a:moveTo>
                    <a:pt x="0" y="0"/>
                  </a:moveTo>
                  <a:lnTo>
                    <a:pt x="1165" y="1096"/>
                  </a:lnTo>
                  <a:lnTo>
                    <a:pt x="1165" y="958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C4F78406-BBF6-4F20-9C68-87EC6C153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2051" y="328613"/>
              <a:ext cx="3168650" cy="2981325"/>
            </a:xfrm>
            <a:custGeom>
              <a:avLst/>
              <a:gdLst>
                <a:gd name="T0" fmla="*/ 0 w 1996"/>
                <a:gd name="T1" fmla="*/ 0 h 1878"/>
                <a:gd name="T2" fmla="*/ 1996 w 1996"/>
                <a:gd name="T3" fmla="*/ 1878 h 1878"/>
                <a:gd name="T4" fmla="*/ 1996 w 1996"/>
                <a:gd name="T5" fmla="*/ 1740 h 1878"/>
                <a:gd name="T6" fmla="*/ 146 w 1996"/>
                <a:gd name="T7" fmla="*/ 0 h 1878"/>
                <a:gd name="T8" fmla="*/ 0 w 1996"/>
                <a:gd name="T9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1878">
                  <a:moveTo>
                    <a:pt x="0" y="0"/>
                  </a:moveTo>
                  <a:lnTo>
                    <a:pt x="1996" y="1878"/>
                  </a:lnTo>
                  <a:lnTo>
                    <a:pt x="1996" y="174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93A239A-824A-4CF3-83D1-5F5E5A279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2838" y="328613"/>
              <a:ext cx="4487863" cy="4222750"/>
            </a:xfrm>
            <a:custGeom>
              <a:avLst/>
              <a:gdLst>
                <a:gd name="T0" fmla="*/ 0 w 2827"/>
                <a:gd name="T1" fmla="*/ 0 h 2660"/>
                <a:gd name="T2" fmla="*/ 2827 w 2827"/>
                <a:gd name="T3" fmla="*/ 2660 h 2660"/>
                <a:gd name="T4" fmla="*/ 2827 w 2827"/>
                <a:gd name="T5" fmla="*/ 2522 h 2660"/>
                <a:gd name="T6" fmla="*/ 145 w 2827"/>
                <a:gd name="T7" fmla="*/ 0 h 2660"/>
                <a:gd name="T8" fmla="*/ 0 w 2827"/>
                <a:gd name="T9" fmla="*/ 0 h 2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7" h="2660">
                  <a:moveTo>
                    <a:pt x="0" y="0"/>
                  </a:moveTo>
                  <a:lnTo>
                    <a:pt x="2827" y="2660"/>
                  </a:lnTo>
                  <a:lnTo>
                    <a:pt x="2827" y="2522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248D58E-3A25-4F10-9B59-306F2E913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038" y="328613"/>
              <a:ext cx="5808663" cy="5464175"/>
            </a:xfrm>
            <a:custGeom>
              <a:avLst/>
              <a:gdLst>
                <a:gd name="T0" fmla="*/ 0 w 3659"/>
                <a:gd name="T1" fmla="*/ 0 h 3442"/>
                <a:gd name="T2" fmla="*/ 3659 w 3659"/>
                <a:gd name="T3" fmla="*/ 3442 h 3442"/>
                <a:gd name="T4" fmla="*/ 3659 w 3659"/>
                <a:gd name="T5" fmla="*/ 3304 h 3442"/>
                <a:gd name="T6" fmla="*/ 146 w 3659"/>
                <a:gd name="T7" fmla="*/ 0 h 3442"/>
                <a:gd name="T8" fmla="*/ 0 w 3659"/>
                <a:gd name="T9" fmla="*/ 0 h 3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9" h="3442">
                  <a:moveTo>
                    <a:pt x="0" y="0"/>
                  </a:moveTo>
                  <a:lnTo>
                    <a:pt x="3659" y="3442"/>
                  </a:lnTo>
                  <a:lnTo>
                    <a:pt x="3659" y="3304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04E1DB8-52A5-49A0-A59F-F4F84B125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B1F20C-23EB-4FF4-8FA4-EAA738565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613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6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D7EF34CE-DECD-4861-A121-584AE3CAA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1" y="328613"/>
              <a:ext cx="6629400" cy="6016625"/>
            </a:xfrm>
            <a:custGeom>
              <a:avLst/>
              <a:gdLst>
                <a:gd name="T0" fmla="*/ 0 w 4176"/>
                <a:gd name="T1" fmla="*/ 0 h 3790"/>
                <a:gd name="T2" fmla="*/ 4028 w 4176"/>
                <a:gd name="T3" fmla="*/ 3790 h 3790"/>
                <a:gd name="T4" fmla="*/ 4176 w 4176"/>
                <a:gd name="T5" fmla="*/ 3790 h 3790"/>
                <a:gd name="T6" fmla="*/ 145 w 4176"/>
                <a:gd name="T7" fmla="*/ 0 h 3790"/>
                <a:gd name="T8" fmla="*/ 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0" y="0"/>
                  </a:moveTo>
                  <a:lnTo>
                    <a:pt x="4028" y="3790"/>
                  </a:lnTo>
                  <a:lnTo>
                    <a:pt x="4176" y="3790"/>
                  </a:lnTo>
                  <a:lnTo>
                    <a:pt x="1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AA2A589A-31C1-423A-80FA-E6C228452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00063"/>
              <a:ext cx="6215063" cy="5845175"/>
            </a:xfrm>
            <a:custGeom>
              <a:avLst/>
              <a:gdLst>
                <a:gd name="T0" fmla="*/ 0 w 3915"/>
                <a:gd name="T1" fmla="*/ 138 h 3682"/>
                <a:gd name="T2" fmla="*/ 3767 w 3915"/>
                <a:gd name="T3" fmla="*/ 3682 h 3682"/>
                <a:gd name="T4" fmla="*/ 3915 w 3915"/>
                <a:gd name="T5" fmla="*/ 3682 h 3682"/>
                <a:gd name="T6" fmla="*/ 0 w 3915"/>
                <a:gd name="T7" fmla="*/ 0 h 3682"/>
                <a:gd name="T8" fmla="*/ 0 w 3915"/>
                <a:gd name="T9" fmla="*/ 138 h 3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5" h="3682">
                  <a:moveTo>
                    <a:pt x="0" y="138"/>
                  </a:moveTo>
                  <a:lnTo>
                    <a:pt x="3767" y="3682"/>
                  </a:lnTo>
                  <a:lnTo>
                    <a:pt x="3915" y="3682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03E5B3E-C67E-48D9-964D-943B90690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1741488"/>
              <a:ext cx="4894263" cy="4603750"/>
            </a:xfrm>
            <a:custGeom>
              <a:avLst/>
              <a:gdLst>
                <a:gd name="T0" fmla="*/ 0 w 3083"/>
                <a:gd name="T1" fmla="*/ 138 h 2900"/>
                <a:gd name="T2" fmla="*/ 2935 w 3083"/>
                <a:gd name="T3" fmla="*/ 2900 h 2900"/>
                <a:gd name="T4" fmla="*/ 3083 w 3083"/>
                <a:gd name="T5" fmla="*/ 2900 h 2900"/>
                <a:gd name="T6" fmla="*/ 0 w 3083"/>
                <a:gd name="T7" fmla="*/ 0 h 2900"/>
                <a:gd name="T8" fmla="*/ 0 w 3083"/>
                <a:gd name="T9" fmla="*/ 138 h 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3" h="2900">
                  <a:moveTo>
                    <a:pt x="0" y="138"/>
                  </a:moveTo>
                  <a:lnTo>
                    <a:pt x="2935" y="2900"/>
                  </a:lnTo>
                  <a:lnTo>
                    <a:pt x="3083" y="290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6E68723-DD2C-4FD1-B105-A60CA6230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2982913"/>
              <a:ext cx="3575050" cy="3362325"/>
            </a:xfrm>
            <a:custGeom>
              <a:avLst/>
              <a:gdLst>
                <a:gd name="T0" fmla="*/ 0 w 2252"/>
                <a:gd name="T1" fmla="*/ 138 h 2118"/>
                <a:gd name="T2" fmla="*/ 2104 w 2252"/>
                <a:gd name="T3" fmla="*/ 2118 h 2118"/>
                <a:gd name="T4" fmla="*/ 2252 w 2252"/>
                <a:gd name="T5" fmla="*/ 2118 h 2118"/>
                <a:gd name="T6" fmla="*/ 0 w 2252"/>
                <a:gd name="T7" fmla="*/ 0 h 2118"/>
                <a:gd name="T8" fmla="*/ 0 w 2252"/>
                <a:gd name="T9" fmla="*/ 138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2" h="2118">
                  <a:moveTo>
                    <a:pt x="0" y="138"/>
                  </a:moveTo>
                  <a:lnTo>
                    <a:pt x="2104" y="2118"/>
                  </a:lnTo>
                  <a:lnTo>
                    <a:pt x="2252" y="2118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68AB7ACA-FA92-4F24-8087-82EE66B0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4224338"/>
              <a:ext cx="2255838" cy="2120900"/>
            </a:xfrm>
            <a:custGeom>
              <a:avLst/>
              <a:gdLst>
                <a:gd name="T0" fmla="*/ 0 w 1421"/>
                <a:gd name="T1" fmla="*/ 138 h 1336"/>
                <a:gd name="T2" fmla="*/ 1273 w 1421"/>
                <a:gd name="T3" fmla="*/ 1336 h 1336"/>
                <a:gd name="T4" fmla="*/ 1421 w 1421"/>
                <a:gd name="T5" fmla="*/ 1336 h 1336"/>
                <a:gd name="T6" fmla="*/ 0 w 1421"/>
                <a:gd name="T7" fmla="*/ 0 h 1336"/>
                <a:gd name="T8" fmla="*/ 0 w 1421"/>
                <a:gd name="T9" fmla="*/ 138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336">
                  <a:moveTo>
                    <a:pt x="0" y="138"/>
                  </a:moveTo>
                  <a:lnTo>
                    <a:pt x="1273" y="1336"/>
                  </a:lnTo>
                  <a:lnTo>
                    <a:pt x="1421" y="1336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F5796F9-3F2A-4DA3-B0FA-95D9E0FC4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5465763"/>
              <a:ext cx="936625" cy="879475"/>
            </a:xfrm>
            <a:custGeom>
              <a:avLst/>
              <a:gdLst>
                <a:gd name="T0" fmla="*/ 0 w 590"/>
                <a:gd name="T1" fmla="*/ 138 h 554"/>
                <a:gd name="T2" fmla="*/ 442 w 590"/>
                <a:gd name="T3" fmla="*/ 554 h 554"/>
                <a:gd name="T4" fmla="*/ 590 w 590"/>
                <a:gd name="T5" fmla="*/ 554 h 554"/>
                <a:gd name="T6" fmla="*/ 0 w 590"/>
                <a:gd name="T7" fmla="*/ 0 h 554"/>
                <a:gd name="T8" fmla="*/ 0 w 590"/>
                <a:gd name="T9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54">
                  <a:moveTo>
                    <a:pt x="0" y="138"/>
                  </a:moveTo>
                  <a:lnTo>
                    <a:pt x="442" y="554"/>
                  </a:lnTo>
                  <a:lnTo>
                    <a:pt x="590" y="554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AAE2AA10-A73F-45B0-98F7-E96967497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944563" cy="887413"/>
            </a:xfrm>
            <a:custGeom>
              <a:avLst/>
              <a:gdLst>
                <a:gd name="T0" fmla="*/ 449 w 595"/>
                <a:gd name="T1" fmla="*/ 0 h 559"/>
                <a:gd name="T2" fmla="*/ 0 w 595"/>
                <a:gd name="T3" fmla="*/ 422 h 559"/>
                <a:gd name="T4" fmla="*/ 0 w 595"/>
                <a:gd name="T5" fmla="*/ 559 h 559"/>
                <a:gd name="T6" fmla="*/ 595 w 595"/>
                <a:gd name="T7" fmla="*/ 0 h 559"/>
                <a:gd name="T8" fmla="*/ 449 w 595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5" h="559">
                  <a:moveTo>
                    <a:pt x="449" y="0"/>
                  </a:moveTo>
                  <a:lnTo>
                    <a:pt x="0" y="422"/>
                  </a:lnTo>
                  <a:lnTo>
                    <a:pt x="0" y="559"/>
                  </a:lnTo>
                  <a:lnTo>
                    <a:pt x="595" y="0"/>
                  </a:lnTo>
                  <a:lnTo>
                    <a:pt x="44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44753E4A-601E-4504-9C3A-1FC1FF26F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2263775" cy="2128838"/>
            </a:xfrm>
            <a:custGeom>
              <a:avLst/>
              <a:gdLst>
                <a:gd name="T0" fmla="*/ 1280 w 1426"/>
                <a:gd name="T1" fmla="*/ 0 h 1341"/>
                <a:gd name="T2" fmla="*/ 0 w 1426"/>
                <a:gd name="T3" fmla="*/ 1204 h 1341"/>
                <a:gd name="T4" fmla="*/ 0 w 1426"/>
                <a:gd name="T5" fmla="*/ 1341 h 1341"/>
                <a:gd name="T6" fmla="*/ 1426 w 1426"/>
                <a:gd name="T7" fmla="*/ 0 h 1341"/>
                <a:gd name="T8" fmla="*/ 1280 w 1426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6" h="1341">
                  <a:moveTo>
                    <a:pt x="1280" y="0"/>
                  </a:moveTo>
                  <a:lnTo>
                    <a:pt x="0" y="1204"/>
                  </a:lnTo>
                  <a:lnTo>
                    <a:pt x="0" y="1341"/>
                  </a:lnTo>
                  <a:lnTo>
                    <a:pt x="1426" y="0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7654CD76-9373-4D9D-ACDF-915C09F13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3582988" cy="3371850"/>
            </a:xfrm>
            <a:custGeom>
              <a:avLst/>
              <a:gdLst>
                <a:gd name="T0" fmla="*/ 2112 w 2257"/>
                <a:gd name="T1" fmla="*/ 0 h 2124"/>
                <a:gd name="T2" fmla="*/ 0 w 2257"/>
                <a:gd name="T3" fmla="*/ 1986 h 2124"/>
                <a:gd name="T4" fmla="*/ 0 w 2257"/>
                <a:gd name="T5" fmla="*/ 2124 h 2124"/>
                <a:gd name="T6" fmla="*/ 2257 w 2257"/>
                <a:gd name="T7" fmla="*/ 0 h 2124"/>
                <a:gd name="T8" fmla="*/ 2112 w 2257"/>
                <a:gd name="T9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7" h="2124">
                  <a:moveTo>
                    <a:pt x="2112" y="0"/>
                  </a:moveTo>
                  <a:lnTo>
                    <a:pt x="0" y="1986"/>
                  </a:lnTo>
                  <a:lnTo>
                    <a:pt x="0" y="2124"/>
                  </a:lnTo>
                  <a:lnTo>
                    <a:pt x="2257" y="0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1BCF7AE8-DFED-4636-94BB-B2665FBFB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4903788" cy="4613275"/>
            </a:xfrm>
            <a:custGeom>
              <a:avLst/>
              <a:gdLst>
                <a:gd name="T0" fmla="*/ 2943 w 3089"/>
                <a:gd name="T1" fmla="*/ 0 h 2906"/>
                <a:gd name="T2" fmla="*/ 0 w 3089"/>
                <a:gd name="T3" fmla="*/ 2768 h 2906"/>
                <a:gd name="T4" fmla="*/ 0 w 3089"/>
                <a:gd name="T5" fmla="*/ 2906 h 2906"/>
                <a:gd name="T6" fmla="*/ 3089 w 3089"/>
                <a:gd name="T7" fmla="*/ 0 h 2906"/>
                <a:gd name="T8" fmla="*/ 2943 w 3089"/>
                <a:gd name="T9" fmla="*/ 0 h 2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9" h="2906">
                  <a:moveTo>
                    <a:pt x="2943" y="0"/>
                  </a:moveTo>
                  <a:lnTo>
                    <a:pt x="0" y="2768"/>
                  </a:lnTo>
                  <a:lnTo>
                    <a:pt x="0" y="2906"/>
                  </a:lnTo>
                  <a:lnTo>
                    <a:pt x="3089" y="0"/>
                  </a:lnTo>
                  <a:lnTo>
                    <a:pt x="294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AA7116C2-294C-4D6D-937F-C48EF750E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" y="328613"/>
              <a:ext cx="6223000" cy="5854700"/>
            </a:xfrm>
            <a:custGeom>
              <a:avLst/>
              <a:gdLst>
                <a:gd name="T0" fmla="*/ 3774 w 3920"/>
                <a:gd name="T1" fmla="*/ 0 h 3688"/>
                <a:gd name="T2" fmla="*/ 0 w 3920"/>
                <a:gd name="T3" fmla="*/ 3550 h 3688"/>
                <a:gd name="T4" fmla="*/ 0 w 3920"/>
                <a:gd name="T5" fmla="*/ 3688 h 3688"/>
                <a:gd name="T6" fmla="*/ 3920 w 3920"/>
                <a:gd name="T7" fmla="*/ 0 h 3688"/>
                <a:gd name="T8" fmla="*/ 3774 w 3920"/>
                <a:gd name="T9" fmla="*/ 0 h 3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0" h="3688">
                  <a:moveTo>
                    <a:pt x="3774" y="0"/>
                  </a:moveTo>
                  <a:lnTo>
                    <a:pt x="0" y="3550"/>
                  </a:lnTo>
                  <a:lnTo>
                    <a:pt x="0" y="3688"/>
                  </a:lnTo>
                  <a:lnTo>
                    <a:pt x="3920" y="0"/>
                  </a:lnTo>
                  <a:lnTo>
                    <a:pt x="37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17339559-16F3-4044-8099-160F6E55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38" y="328613"/>
              <a:ext cx="6629400" cy="6016625"/>
            </a:xfrm>
            <a:custGeom>
              <a:avLst/>
              <a:gdLst>
                <a:gd name="T0" fmla="*/ 4030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0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0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CA493782-B3B4-4B4E-9E49-4E463577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551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3E1FA659-1C68-408D-994C-0FA7103A0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328613"/>
              <a:ext cx="6629400" cy="6016625"/>
            </a:xfrm>
            <a:custGeom>
              <a:avLst/>
              <a:gdLst>
                <a:gd name="T0" fmla="*/ 4031 w 4176"/>
                <a:gd name="T1" fmla="*/ 0 h 3790"/>
                <a:gd name="T2" fmla="*/ 0 w 4176"/>
                <a:gd name="T3" fmla="*/ 3790 h 3790"/>
                <a:gd name="T4" fmla="*/ 148 w 4176"/>
                <a:gd name="T5" fmla="*/ 3790 h 3790"/>
                <a:gd name="T6" fmla="*/ 4176 w 4176"/>
                <a:gd name="T7" fmla="*/ 0 h 3790"/>
                <a:gd name="T8" fmla="*/ 4031 w 4176"/>
                <a:gd name="T9" fmla="*/ 0 h 3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76" h="3790">
                  <a:moveTo>
                    <a:pt x="4031" y="0"/>
                  </a:moveTo>
                  <a:lnTo>
                    <a:pt x="0" y="3790"/>
                  </a:lnTo>
                  <a:lnTo>
                    <a:pt x="148" y="3790"/>
                  </a:lnTo>
                  <a:lnTo>
                    <a:pt x="4176" y="0"/>
                  </a:lnTo>
                  <a:lnTo>
                    <a:pt x="403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E19A0316-6EB8-48D9-AE3B-53C4B0349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976" y="890588"/>
              <a:ext cx="5800725" cy="5454650"/>
            </a:xfrm>
            <a:custGeom>
              <a:avLst/>
              <a:gdLst>
                <a:gd name="T0" fmla="*/ 3654 w 3654"/>
                <a:gd name="T1" fmla="*/ 0 h 3436"/>
                <a:gd name="T2" fmla="*/ 0 w 3654"/>
                <a:gd name="T3" fmla="*/ 3436 h 3436"/>
                <a:gd name="T4" fmla="*/ 149 w 3654"/>
                <a:gd name="T5" fmla="*/ 3436 h 3436"/>
                <a:gd name="T6" fmla="*/ 3654 w 3654"/>
                <a:gd name="T7" fmla="*/ 138 h 3436"/>
                <a:gd name="T8" fmla="*/ 3654 w 3654"/>
                <a:gd name="T9" fmla="*/ 0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4" h="3436">
                  <a:moveTo>
                    <a:pt x="3654" y="0"/>
                  </a:moveTo>
                  <a:lnTo>
                    <a:pt x="0" y="3436"/>
                  </a:lnTo>
                  <a:lnTo>
                    <a:pt x="149" y="3436"/>
                  </a:lnTo>
                  <a:lnTo>
                    <a:pt x="3654" y="138"/>
                  </a:lnTo>
                  <a:lnTo>
                    <a:pt x="365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F1647C2D-02DB-400F-89CE-686FCF576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776" y="2132013"/>
              <a:ext cx="4479925" cy="4213225"/>
            </a:xfrm>
            <a:custGeom>
              <a:avLst/>
              <a:gdLst>
                <a:gd name="T0" fmla="*/ 2822 w 2822"/>
                <a:gd name="T1" fmla="*/ 0 h 2654"/>
                <a:gd name="T2" fmla="*/ 0 w 2822"/>
                <a:gd name="T3" fmla="*/ 2654 h 2654"/>
                <a:gd name="T4" fmla="*/ 148 w 2822"/>
                <a:gd name="T5" fmla="*/ 2654 h 2654"/>
                <a:gd name="T6" fmla="*/ 2822 w 2822"/>
                <a:gd name="T7" fmla="*/ 138 h 2654"/>
                <a:gd name="T8" fmla="*/ 2822 w 2822"/>
                <a:gd name="T9" fmla="*/ 0 h 2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2" h="2654">
                  <a:moveTo>
                    <a:pt x="2822" y="0"/>
                  </a:moveTo>
                  <a:lnTo>
                    <a:pt x="0" y="2654"/>
                  </a:lnTo>
                  <a:lnTo>
                    <a:pt x="148" y="2654"/>
                  </a:lnTo>
                  <a:lnTo>
                    <a:pt x="2822" y="138"/>
                  </a:lnTo>
                  <a:lnTo>
                    <a:pt x="282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F58003BC-B11A-48FE-BA41-57176559F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373438"/>
              <a:ext cx="3160713" cy="2971800"/>
            </a:xfrm>
            <a:custGeom>
              <a:avLst/>
              <a:gdLst>
                <a:gd name="T0" fmla="*/ 1991 w 1991"/>
                <a:gd name="T1" fmla="*/ 0 h 1872"/>
                <a:gd name="T2" fmla="*/ 0 w 1991"/>
                <a:gd name="T3" fmla="*/ 1872 h 1872"/>
                <a:gd name="T4" fmla="*/ 148 w 1991"/>
                <a:gd name="T5" fmla="*/ 1872 h 1872"/>
                <a:gd name="T6" fmla="*/ 1991 w 1991"/>
                <a:gd name="T7" fmla="*/ 138 h 1872"/>
                <a:gd name="T8" fmla="*/ 1991 w 1991"/>
                <a:gd name="T9" fmla="*/ 0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872">
                  <a:moveTo>
                    <a:pt x="1991" y="0"/>
                  </a:moveTo>
                  <a:lnTo>
                    <a:pt x="0" y="1872"/>
                  </a:lnTo>
                  <a:lnTo>
                    <a:pt x="148" y="1872"/>
                  </a:lnTo>
                  <a:lnTo>
                    <a:pt x="1991" y="138"/>
                  </a:lnTo>
                  <a:lnTo>
                    <a:pt x="1991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F26EDC02-F426-40A2-84E5-3C0708D6D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4614863"/>
              <a:ext cx="1841500" cy="1730375"/>
            </a:xfrm>
            <a:custGeom>
              <a:avLst/>
              <a:gdLst>
                <a:gd name="T0" fmla="*/ 1160 w 1160"/>
                <a:gd name="T1" fmla="*/ 0 h 1090"/>
                <a:gd name="T2" fmla="*/ 0 w 1160"/>
                <a:gd name="T3" fmla="*/ 1090 h 1090"/>
                <a:gd name="T4" fmla="*/ 148 w 1160"/>
                <a:gd name="T5" fmla="*/ 1090 h 1090"/>
                <a:gd name="T6" fmla="*/ 1160 w 1160"/>
                <a:gd name="T7" fmla="*/ 138 h 1090"/>
                <a:gd name="T8" fmla="*/ 1160 w 1160"/>
                <a:gd name="T9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1090">
                  <a:moveTo>
                    <a:pt x="1160" y="0"/>
                  </a:moveTo>
                  <a:lnTo>
                    <a:pt x="0" y="1090"/>
                  </a:lnTo>
                  <a:lnTo>
                    <a:pt x="148" y="1090"/>
                  </a:lnTo>
                  <a:lnTo>
                    <a:pt x="1160" y="138"/>
                  </a:lnTo>
                  <a:lnTo>
                    <a:pt x="116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ADCCF8F2-1909-4587-8338-BFE27B15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8413" y="5856288"/>
              <a:ext cx="522288" cy="488950"/>
            </a:xfrm>
            <a:custGeom>
              <a:avLst/>
              <a:gdLst>
                <a:gd name="T0" fmla="*/ 329 w 329"/>
                <a:gd name="T1" fmla="*/ 138 h 308"/>
                <a:gd name="T2" fmla="*/ 329 w 329"/>
                <a:gd name="T3" fmla="*/ 0 h 308"/>
                <a:gd name="T4" fmla="*/ 0 w 329"/>
                <a:gd name="T5" fmla="*/ 308 h 308"/>
                <a:gd name="T6" fmla="*/ 149 w 329"/>
                <a:gd name="T7" fmla="*/ 308 h 308"/>
                <a:gd name="T8" fmla="*/ 329 w 329"/>
                <a:gd name="T9" fmla="*/ 13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9" h="308">
                  <a:moveTo>
                    <a:pt x="329" y="138"/>
                  </a:moveTo>
                  <a:lnTo>
                    <a:pt x="329" y="0"/>
                  </a:lnTo>
                  <a:lnTo>
                    <a:pt x="0" y="308"/>
                  </a:lnTo>
                  <a:lnTo>
                    <a:pt x="149" y="308"/>
                  </a:lnTo>
                  <a:lnTo>
                    <a:pt x="329" y="1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28843276-684E-4D63-A09E-5C1B6D4DC23C}"/>
              </a:ext>
            </a:extLst>
          </p:cNvPr>
          <p:cNvSpPr/>
          <p:nvPr userDrawn="1"/>
        </p:nvSpPr>
        <p:spPr>
          <a:xfrm rot="5400000">
            <a:off x="-260640" y="619107"/>
            <a:ext cx="711083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7" name="Title Placeholder 1"/>
          <p:cNvSpPr>
            <a:spLocks noGrp="1"/>
          </p:cNvSpPr>
          <p:nvPr>
            <p:ph type="title"/>
          </p:nvPr>
        </p:nvSpPr>
        <p:spPr>
          <a:xfrm>
            <a:off x="599053" y="358470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38" name="Rectangle 3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33750290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>
            <a:extLst>
              <a:ext uri="{FF2B5EF4-FFF2-40B4-BE49-F238E27FC236}">
                <a16:creationId xmlns:a16="http://schemas.microsoft.com/office/drawing/2014/main" id="{9F41255E-A4F9-4738-A4A7-583546D8CB43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44BA29-30D2-45A6-B3A1-9603586746DB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392922395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2300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 15" descr="Europe Map transparent PNG - StickPNG"/>
          <p:cNvPicPr>
            <a:picLocks noChangeAspect="1" noChangeArrowheads="1"/>
          </p:cNvPicPr>
          <p:nvPr userDrawn="1"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768" y="3031515"/>
            <a:ext cx="3457410" cy="259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8">
            <a:extLst>
              <a:ext uri="{FF2B5EF4-FFF2-40B4-BE49-F238E27FC236}">
                <a16:creationId xmlns:a16="http://schemas.microsoft.com/office/drawing/2014/main" id="{B944BA29-30D2-45A6-B3A1-9603586746DB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F41255E-A4F9-4738-A4A7-583546D8CB43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99053" y="317905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7499927" y="2207491"/>
            <a:ext cx="4692073" cy="4650509"/>
            <a:chOff x="7499927" y="2207491"/>
            <a:chExt cx="4692073" cy="4650509"/>
          </a:xfrm>
        </p:grpSpPr>
        <p:grpSp>
          <p:nvGrpSpPr>
            <p:cNvPr id="31" name="Group 30"/>
            <p:cNvGrpSpPr/>
            <p:nvPr userDrawn="1"/>
          </p:nvGrpSpPr>
          <p:grpSpPr>
            <a:xfrm>
              <a:off x="9346831" y="2780145"/>
              <a:ext cx="815910" cy="1786062"/>
              <a:chOff x="5113867" y="1315782"/>
              <a:chExt cx="1951566" cy="4272066"/>
            </a:xfrm>
            <a:solidFill>
              <a:schemeClr val="accent1">
                <a:lumMod val="20000"/>
                <a:lumOff val="80000"/>
                <a:alpha val="65000"/>
              </a:schemeClr>
            </a:solidFill>
          </p:grpSpPr>
          <p:sp>
            <p:nvSpPr>
              <p:cNvPr id="32" name="Rectangle 31"/>
              <p:cNvSpPr/>
              <p:nvPr/>
            </p:nvSpPr>
            <p:spPr>
              <a:xfrm>
                <a:off x="5862060" y="1315782"/>
                <a:ext cx="640340" cy="363344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" name="Flowchart: Manual Input 4"/>
              <p:cNvSpPr/>
              <p:nvPr/>
            </p:nvSpPr>
            <p:spPr>
              <a:xfrm>
                <a:off x="5247187" y="1315782"/>
                <a:ext cx="614873" cy="826782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0 w 10035"/>
                  <a:gd name="connsiteY0" fmla="*/ 4331 h 10000"/>
                  <a:gd name="connsiteX1" fmla="*/ 10035 w 10035"/>
                  <a:gd name="connsiteY1" fmla="*/ 0 h 10000"/>
                  <a:gd name="connsiteX2" fmla="*/ 10035 w 10035"/>
                  <a:gd name="connsiteY2" fmla="*/ 10000 h 10000"/>
                  <a:gd name="connsiteX3" fmla="*/ 35 w 10035"/>
                  <a:gd name="connsiteY3" fmla="*/ 10000 h 10000"/>
                  <a:gd name="connsiteX4" fmla="*/ 0 w 10035"/>
                  <a:gd name="connsiteY4" fmla="*/ 4331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35" h="10000">
                    <a:moveTo>
                      <a:pt x="0" y="4331"/>
                    </a:moveTo>
                    <a:lnTo>
                      <a:pt x="10035" y="0"/>
                    </a:lnTo>
                    <a:lnTo>
                      <a:pt x="10035" y="10000"/>
                    </a:lnTo>
                    <a:lnTo>
                      <a:pt x="35" y="10000"/>
                    </a:lnTo>
                    <a:cubicBezTo>
                      <a:pt x="23" y="8110"/>
                      <a:pt x="12" y="6221"/>
                      <a:pt x="0" y="43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672666" y="2142564"/>
                <a:ext cx="189393" cy="28066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 rot="5400000">
                <a:off x="5769480" y="4291895"/>
                <a:ext cx="640340" cy="195156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BE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1" name="Rectangle 20"/>
            <p:cNvSpPr/>
            <p:nvPr userDrawn="1"/>
          </p:nvSpPr>
          <p:spPr>
            <a:xfrm>
              <a:off x="7499927" y="2207491"/>
              <a:ext cx="4692073" cy="4650509"/>
            </a:xfrm>
            <a:prstGeom prst="rect">
              <a:avLst/>
            </a:prstGeom>
            <a:solidFill>
              <a:srgbClr val="230006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6484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3">
            <a:extLst>
              <a:ext uri="{FF2B5EF4-FFF2-40B4-BE49-F238E27FC236}">
                <a16:creationId xmlns:a16="http://schemas.microsoft.com/office/drawing/2014/main" id="{9F41255E-A4F9-4738-A4A7-583546D8CB43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44BA29-30D2-45A6-B3A1-9603586746DB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4C5820-CBB2-478C-B9E3-D35C51D72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9030" y="2223300"/>
            <a:ext cx="4813938" cy="2855526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4F6D0E2-094F-4310-BC25-C57AE5CB9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4929" y="2456330"/>
            <a:ext cx="3662140" cy="22196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endParaRPr lang="en-IN" dirty="0"/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269761087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3">
            <a:extLst>
              <a:ext uri="{FF2B5EF4-FFF2-40B4-BE49-F238E27FC236}">
                <a16:creationId xmlns:a16="http://schemas.microsoft.com/office/drawing/2014/main" id="{3E8B413D-4AB8-4A9D-8D73-E8AE9EC0CF50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434759C-1417-4162-AD39-4E6CF8CD3E24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C9AF1259-5961-409B-B94F-B8DD6C51B1A3}"/>
              </a:ext>
            </a:extLst>
          </p:cNvPr>
          <p:cNvSpPr/>
          <p:nvPr userDrawn="1"/>
        </p:nvSpPr>
        <p:spPr>
          <a:xfrm>
            <a:off x="1481918" y="1340769"/>
            <a:ext cx="2335891" cy="2335283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B29A4FF-FEED-4DD9-B776-905E181B73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95463" y="1576367"/>
            <a:ext cx="2318866" cy="2320952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F7A0CAE-63E5-4632-821A-D336E2F5B2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54130" y="4131492"/>
            <a:ext cx="3240932" cy="792163"/>
          </a:xfrm>
        </p:spPr>
        <p:txBody>
          <a:bodyPr anchor="b">
            <a:no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94E4993-7C67-47D7-A510-775FD37EE2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4127" y="4961448"/>
            <a:ext cx="3240932" cy="915825"/>
          </a:xfr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4737B3D1-DE3B-4D55-A893-3F08BBD5801C}"/>
              </a:ext>
            </a:extLst>
          </p:cNvPr>
          <p:cNvSpPr/>
          <p:nvPr userDrawn="1"/>
        </p:nvSpPr>
        <p:spPr>
          <a:xfrm>
            <a:off x="4928054" y="1340769"/>
            <a:ext cx="2335891" cy="2335283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A493B294-6A03-482C-94CE-9BFF141D32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41600" y="1576367"/>
            <a:ext cx="2318866" cy="2320952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9ADDF747-D95C-4543-AB2E-02780B223D95}"/>
              </a:ext>
            </a:extLst>
          </p:cNvPr>
          <p:cNvSpPr/>
          <p:nvPr userDrawn="1"/>
        </p:nvSpPr>
        <p:spPr>
          <a:xfrm>
            <a:off x="8402341" y="1340769"/>
            <a:ext cx="2335891" cy="2335283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A4CBBC83-C7B3-4E67-B8E4-86F7A7F8D8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15887" y="1576367"/>
            <a:ext cx="2318866" cy="2320952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B79812-C099-494C-A8E2-1901293A7C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7473" y="4131492"/>
            <a:ext cx="3240932" cy="792163"/>
          </a:xfrm>
        </p:spPr>
        <p:txBody>
          <a:bodyPr anchor="b">
            <a:no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66576BA7-3573-4B90-8821-400DEFEA76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7470" y="4961448"/>
            <a:ext cx="3240932" cy="915825"/>
          </a:xfr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EF85259D-7E50-4F2D-B1E3-72DC476E83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68967" y="4131492"/>
            <a:ext cx="3240932" cy="792163"/>
          </a:xfrm>
        </p:spPr>
        <p:txBody>
          <a:bodyPr anchor="b">
            <a:no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92A61663-FFB9-432D-A6C2-DEC8A7213F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68964" y="4961448"/>
            <a:ext cx="3240932" cy="915825"/>
          </a:xfr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8" name="Rectangle 2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416742337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ctangle 13">
            <a:extLst>
              <a:ext uri="{FF2B5EF4-FFF2-40B4-BE49-F238E27FC236}">
                <a16:creationId xmlns:a16="http://schemas.microsoft.com/office/drawing/2014/main" id="{D14DCF63-5F42-4C10-8B5A-6E35D9469C28}"/>
              </a:ext>
            </a:extLst>
          </p:cNvPr>
          <p:cNvSpPr/>
          <p:nvPr userDrawn="1"/>
        </p:nvSpPr>
        <p:spPr>
          <a:xfrm>
            <a:off x="7608562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5864873-7DBD-4104-B169-F6AF561DCB11}"/>
              </a:ext>
            </a:extLst>
          </p:cNvPr>
          <p:cNvSpPr/>
          <p:nvPr userDrawn="1"/>
        </p:nvSpPr>
        <p:spPr>
          <a:xfrm>
            <a:off x="0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7005BD-CCEA-479F-81A4-185B25F55FFD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34343" y="609355"/>
            <a:ext cx="7949873" cy="5639289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21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9" name="Group 38"/>
          <p:cNvGrpSpPr/>
          <p:nvPr userDrawn="1"/>
        </p:nvGrpSpPr>
        <p:grpSpPr>
          <a:xfrm>
            <a:off x="7787498" y="1800219"/>
            <a:ext cx="4262718" cy="3660715"/>
            <a:chOff x="7626624" y="2623309"/>
            <a:chExt cx="4262718" cy="3660715"/>
          </a:xfrm>
        </p:grpSpPr>
        <p:pic>
          <p:nvPicPr>
            <p:cNvPr id="40" name="Picture 15" descr="Europe Map transparent PNG - StickPNG"/>
            <p:cNvPicPr>
              <a:picLocks noChangeAspect="1" noChangeArrowheads="1"/>
            </p:cNvPicPr>
            <p:nvPr userDrawn="1"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831" y="3183126"/>
              <a:ext cx="3625031" cy="2719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1" name="Group 40"/>
            <p:cNvGrpSpPr/>
            <p:nvPr userDrawn="1"/>
          </p:nvGrpSpPr>
          <p:grpSpPr>
            <a:xfrm>
              <a:off x="7626624" y="2623309"/>
              <a:ext cx="4262718" cy="3660715"/>
              <a:chOff x="7626624" y="2623309"/>
              <a:chExt cx="4262718" cy="3660715"/>
            </a:xfrm>
          </p:grpSpPr>
          <p:grpSp>
            <p:nvGrpSpPr>
              <p:cNvPr id="42" name="Group 41"/>
              <p:cNvGrpSpPr/>
              <p:nvPr userDrawn="1"/>
            </p:nvGrpSpPr>
            <p:grpSpPr>
              <a:xfrm>
                <a:off x="9080419" y="3017985"/>
                <a:ext cx="879646" cy="1925585"/>
                <a:chOff x="5113867" y="1315782"/>
                <a:chExt cx="1951566" cy="4272066"/>
              </a:xfrm>
              <a:solidFill>
                <a:schemeClr val="accent1">
                  <a:lumMod val="20000"/>
                  <a:lumOff val="80000"/>
                  <a:alpha val="65000"/>
                </a:schemeClr>
              </a:solidFill>
            </p:grpSpPr>
            <p:sp>
              <p:nvSpPr>
                <p:cNvPr id="44" name="Rectangle 43"/>
                <p:cNvSpPr/>
                <p:nvPr/>
              </p:nvSpPr>
              <p:spPr>
                <a:xfrm>
                  <a:off x="5862060" y="1315782"/>
                  <a:ext cx="640340" cy="363344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Flowchart: Manual Input 4"/>
                <p:cNvSpPr/>
                <p:nvPr/>
              </p:nvSpPr>
              <p:spPr>
                <a:xfrm>
                  <a:off x="5247187" y="1315782"/>
                  <a:ext cx="614873" cy="826782"/>
                </a:xfrm>
                <a:custGeom>
                  <a:avLst/>
                  <a:gdLst>
                    <a:gd name="connsiteX0" fmla="*/ 0 w 10000"/>
                    <a:gd name="connsiteY0" fmla="*/ 2000 h 10000"/>
                    <a:gd name="connsiteX1" fmla="*/ 10000 w 10000"/>
                    <a:gd name="connsiteY1" fmla="*/ 0 h 10000"/>
                    <a:gd name="connsiteX2" fmla="*/ 10000 w 10000"/>
                    <a:gd name="connsiteY2" fmla="*/ 10000 h 10000"/>
                    <a:gd name="connsiteX3" fmla="*/ 0 w 10000"/>
                    <a:gd name="connsiteY3" fmla="*/ 10000 h 10000"/>
                    <a:gd name="connsiteX4" fmla="*/ 0 w 10000"/>
                    <a:gd name="connsiteY4" fmla="*/ 2000 h 10000"/>
                    <a:gd name="connsiteX0" fmla="*/ 0 w 10035"/>
                    <a:gd name="connsiteY0" fmla="*/ 4331 h 10000"/>
                    <a:gd name="connsiteX1" fmla="*/ 10035 w 10035"/>
                    <a:gd name="connsiteY1" fmla="*/ 0 h 10000"/>
                    <a:gd name="connsiteX2" fmla="*/ 10035 w 10035"/>
                    <a:gd name="connsiteY2" fmla="*/ 10000 h 10000"/>
                    <a:gd name="connsiteX3" fmla="*/ 35 w 10035"/>
                    <a:gd name="connsiteY3" fmla="*/ 10000 h 10000"/>
                    <a:gd name="connsiteX4" fmla="*/ 0 w 10035"/>
                    <a:gd name="connsiteY4" fmla="*/ 4331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35" h="10000">
                      <a:moveTo>
                        <a:pt x="0" y="4331"/>
                      </a:moveTo>
                      <a:lnTo>
                        <a:pt x="10035" y="0"/>
                      </a:lnTo>
                      <a:lnTo>
                        <a:pt x="10035" y="10000"/>
                      </a:lnTo>
                      <a:lnTo>
                        <a:pt x="35" y="10000"/>
                      </a:lnTo>
                      <a:cubicBezTo>
                        <a:pt x="23" y="8110"/>
                        <a:pt x="12" y="6221"/>
                        <a:pt x="0" y="43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5672666" y="2142564"/>
                  <a:ext cx="189393" cy="28066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 rot="5400000">
                  <a:off x="5769480" y="4291895"/>
                  <a:ext cx="640340" cy="195156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BE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3" name="Rectangle 42"/>
              <p:cNvSpPr/>
              <p:nvPr userDrawn="1"/>
            </p:nvSpPr>
            <p:spPr>
              <a:xfrm>
                <a:off x="7626624" y="2623309"/>
                <a:ext cx="4262718" cy="366071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641677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3">
            <a:extLst>
              <a:ext uri="{FF2B5EF4-FFF2-40B4-BE49-F238E27FC236}">
                <a16:creationId xmlns:a16="http://schemas.microsoft.com/office/drawing/2014/main" id="{D14DCF63-5F42-4C10-8B5A-6E35D9469C28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5864873-7DBD-4104-B169-F6AF561DCB11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FD79F72-0817-4163-AA39-03B5FEB905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6607"/>
            <a:ext cx="6833728" cy="5589130"/>
          </a:xfrm>
          <a:custGeom>
            <a:avLst/>
            <a:gdLst>
              <a:gd name="connsiteX0" fmla="*/ 0 w 6831948"/>
              <a:gd name="connsiteY0" fmla="*/ 0 h 5589130"/>
              <a:gd name="connsiteX1" fmla="*/ 6831948 w 6831948"/>
              <a:gd name="connsiteY1" fmla="*/ 0 h 5589130"/>
              <a:gd name="connsiteX2" fmla="*/ 4239501 w 6831948"/>
              <a:gd name="connsiteY2" fmla="*/ 5589130 h 5589130"/>
              <a:gd name="connsiteX3" fmla="*/ 0 w 6831948"/>
              <a:gd name="connsiteY3" fmla="*/ 5589130 h 558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1948" h="5589130">
                <a:moveTo>
                  <a:pt x="0" y="0"/>
                </a:moveTo>
                <a:lnTo>
                  <a:pt x="6831948" y="0"/>
                </a:lnTo>
                <a:lnTo>
                  <a:pt x="4239501" y="5589130"/>
                </a:lnTo>
                <a:lnTo>
                  <a:pt x="0" y="558913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960660" y="740699"/>
            <a:ext cx="3747248" cy="1312218"/>
          </a:xfrm>
        </p:spPr>
        <p:txBody>
          <a:bodyPr>
            <a:no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103730974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ol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18BC98E-F579-42C7-BE13-CDB9C3DCC965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8C6C7099-EC8E-4275-987D-613D23F1076E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4EADD-2FF5-44E9-9398-72E84C806DB3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CCDAE0D-E0EA-48AF-883D-390DC0C2A654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EAA76-4607-4A7A-AF91-D3FF45BF1AD1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005BD-CCEA-479F-81A4-185B25F55FFD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194513-A8FD-4CB6-8875-7BA90B0644A2}"/>
              </a:ext>
            </a:extLst>
          </p:cNvPr>
          <p:cNvGrpSpPr/>
          <p:nvPr userDrawn="1"/>
        </p:nvGrpSpPr>
        <p:grpSpPr>
          <a:xfrm>
            <a:off x="-2146" y="-1493"/>
            <a:ext cx="12195968" cy="6862277"/>
            <a:chOff x="-2145" y="-1494"/>
            <a:chExt cx="12192792" cy="686227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82279F-DB8B-4053-927B-FF0AD07D618C}"/>
                </a:ext>
              </a:extLst>
            </p:cNvPr>
            <p:cNvCxnSpPr/>
            <p:nvPr userDrawn="1"/>
          </p:nvCxnSpPr>
          <p:spPr>
            <a:xfrm>
              <a:off x="0" y="1013809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EBCB49A-DA27-456C-B846-E0F2B3964698}"/>
                </a:ext>
              </a:extLst>
            </p:cNvPr>
            <p:cNvCxnSpPr/>
            <p:nvPr userDrawn="1"/>
          </p:nvCxnSpPr>
          <p:spPr>
            <a:xfrm>
              <a:off x="0" y="300180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EE34D0F-A799-4D64-8E62-5047F11DD202}"/>
                </a:ext>
              </a:extLst>
            </p:cNvPr>
            <p:cNvCxnSpPr/>
            <p:nvPr userDrawn="1"/>
          </p:nvCxnSpPr>
          <p:spPr>
            <a:xfrm>
              <a:off x="599333" y="0"/>
              <a:ext cx="0" cy="68580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3B7A5D-3926-47C6-9B94-D4D323087282}"/>
                </a:ext>
              </a:extLst>
            </p:cNvPr>
            <p:cNvCxnSpPr/>
            <p:nvPr userDrawn="1"/>
          </p:nvCxnSpPr>
          <p:spPr>
            <a:xfrm>
              <a:off x="11584470" y="0"/>
              <a:ext cx="0" cy="68580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ED7610A-826E-40FD-A121-809C8487C19E}"/>
                </a:ext>
              </a:extLst>
            </p:cNvPr>
            <p:cNvCxnSpPr/>
            <p:nvPr userDrawn="1"/>
          </p:nvCxnSpPr>
          <p:spPr>
            <a:xfrm>
              <a:off x="0" y="6561170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01063B-BCA9-407E-BAC5-0416AA68EC36}"/>
                </a:ext>
              </a:extLst>
            </p:cNvPr>
            <p:cNvCxnSpPr/>
            <p:nvPr userDrawn="1"/>
          </p:nvCxnSpPr>
          <p:spPr>
            <a:xfrm>
              <a:off x="0" y="6185516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6AA3254-6A22-4ED2-B0CF-080CA080C6E6}"/>
                </a:ext>
              </a:extLst>
            </p:cNvPr>
            <p:cNvCxnSpPr/>
            <p:nvPr userDrawn="1"/>
          </p:nvCxnSpPr>
          <p:spPr>
            <a:xfrm>
              <a:off x="0" y="6133196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56097E-EA39-45DB-BE50-0AE098618CAA}"/>
                </a:ext>
              </a:extLst>
            </p:cNvPr>
            <p:cNvCxnSpPr/>
            <p:nvPr userDrawn="1"/>
          </p:nvCxnSpPr>
          <p:spPr>
            <a:xfrm>
              <a:off x="0" y="1057494"/>
              <a:ext cx="1218882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9A4C62C-742C-4206-B857-07E5B6AF2305}"/>
                </a:ext>
              </a:extLst>
            </p:cNvPr>
            <p:cNvSpPr/>
            <p:nvPr userDrawn="1"/>
          </p:nvSpPr>
          <p:spPr>
            <a:xfrm>
              <a:off x="11582079" y="-1494"/>
              <a:ext cx="608568" cy="301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F28871-D42B-4648-A8ED-476B4A38CA8B}"/>
                </a:ext>
              </a:extLst>
            </p:cNvPr>
            <p:cNvSpPr/>
            <p:nvPr userDrawn="1"/>
          </p:nvSpPr>
          <p:spPr>
            <a:xfrm>
              <a:off x="-2145" y="6559360"/>
              <a:ext cx="608568" cy="301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152035248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43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53" y="1062017"/>
            <a:ext cx="10983348" cy="421638"/>
          </a:xfr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22462" y="3277104"/>
            <a:ext cx="5186126" cy="282624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5"/>
          </p:nvPr>
        </p:nvSpPr>
        <p:spPr>
          <a:xfrm>
            <a:off x="6397237" y="3277104"/>
            <a:ext cx="5186126" cy="282624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60" y="1738365"/>
            <a:ext cx="10977713" cy="1326726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30188"/>
            <a:ext cx="10983347" cy="767068"/>
          </a:xfrm>
        </p:spPr>
        <p:txBody>
          <a:bodyPr/>
          <a:lstStyle>
            <a:lvl1pPr marL="0" indent="0">
              <a:buNone/>
              <a:defRPr b="0"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390256841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C319DE-D475-4357-966F-84600708CE55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281F0E1B-4BCD-484F-9388-46E3B0D42E4F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5F4EB6-F504-4F1B-BA96-4C50B4B80453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6CD28C8-A391-447E-9DBE-7FB53E366A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22463" y="1772820"/>
            <a:ext cx="3456788" cy="403244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8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A6C1C8AD-451B-4AE2-ACA5-1F1FD3888A0D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4368125" y="1772820"/>
            <a:ext cx="3456788" cy="4032444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CFB1C04-9105-420E-9F61-194F720C794A}"/>
              </a:ext>
            </a:extLst>
          </p:cNvPr>
          <p:cNvSpPr>
            <a:spLocks noGrp="1"/>
          </p:cNvSpPr>
          <p:nvPr userDrawn="1">
            <p:ph sz="quarter" idx="16"/>
          </p:nvPr>
        </p:nvSpPr>
        <p:spPr>
          <a:xfrm>
            <a:off x="8113786" y="1772820"/>
            <a:ext cx="3456788" cy="4032444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6685" y="418668"/>
            <a:ext cx="10983348" cy="7110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1145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3">
            <a:extLst>
              <a:ext uri="{FF2B5EF4-FFF2-40B4-BE49-F238E27FC236}">
                <a16:creationId xmlns:a16="http://schemas.microsoft.com/office/drawing/2014/main" id="{6A27CE95-5644-454F-9857-DB740956A2D9}"/>
              </a:ext>
            </a:extLst>
          </p:cNvPr>
          <p:cNvSpPr/>
          <p:nvPr userDrawn="1"/>
        </p:nvSpPr>
        <p:spPr>
          <a:xfrm flipH="1" flipV="1">
            <a:off x="0" y="0"/>
            <a:ext cx="4583439" cy="6858000"/>
          </a:xfrm>
          <a:custGeom>
            <a:avLst/>
            <a:gdLst>
              <a:gd name="connsiteX0" fmla="*/ 0 w 4582245"/>
              <a:gd name="connsiteY0" fmla="*/ 0 h 6858000"/>
              <a:gd name="connsiteX1" fmla="*/ 4582245 w 4582245"/>
              <a:gd name="connsiteY1" fmla="*/ 0 h 6858000"/>
              <a:gd name="connsiteX2" fmla="*/ 4582245 w 4582245"/>
              <a:gd name="connsiteY2" fmla="*/ 6858000 h 6858000"/>
              <a:gd name="connsiteX3" fmla="*/ 0 w 4582245"/>
              <a:gd name="connsiteY3" fmla="*/ 6858000 h 6858000"/>
              <a:gd name="connsiteX4" fmla="*/ 0 w 4582245"/>
              <a:gd name="connsiteY4" fmla="*/ 0 h 6858000"/>
              <a:gd name="connsiteX0" fmla="*/ 0 w 4582245"/>
              <a:gd name="connsiteY0" fmla="*/ 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  <a:gd name="connsiteX5" fmla="*/ 0 w 4582245"/>
              <a:gd name="connsiteY5" fmla="*/ 0 h 6858000"/>
              <a:gd name="connsiteX0" fmla="*/ 0 w 4582245"/>
              <a:gd name="connsiteY0" fmla="*/ 6858000 h 6858000"/>
              <a:gd name="connsiteX1" fmla="*/ 3232405 w 4582245"/>
              <a:gd name="connsiteY1" fmla="*/ 0 h 6858000"/>
              <a:gd name="connsiteX2" fmla="*/ 4582245 w 4582245"/>
              <a:gd name="connsiteY2" fmla="*/ 0 h 6858000"/>
              <a:gd name="connsiteX3" fmla="*/ 4582245 w 4582245"/>
              <a:gd name="connsiteY3" fmla="*/ 6858000 h 6858000"/>
              <a:gd name="connsiteX4" fmla="*/ 0 w 458224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2245" h="6858000">
                <a:moveTo>
                  <a:pt x="0" y="6858000"/>
                </a:moveTo>
                <a:lnTo>
                  <a:pt x="3232405" y="0"/>
                </a:lnTo>
                <a:lnTo>
                  <a:pt x="4582245" y="0"/>
                </a:lnTo>
                <a:lnTo>
                  <a:pt x="458224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AE7D1F2-3E12-46D7-B216-BEDD08FADCD1}"/>
              </a:ext>
            </a:extLst>
          </p:cNvPr>
          <p:cNvSpPr/>
          <p:nvPr userDrawn="1"/>
        </p:nvSpPr>
        <p:spPr>
          <a:xfrm flipH="1" flipV="1">
            <a:off x="9049098" y="4955398"/>
            <a:ext cx="3142902" cy="1902602"/>
          </a:xfrm>
          <a:custGeom>
            <a:avLst/>
            <a:gdLst>
              <a:gd name="connsiteX0" fmla="*/ 0 w 2854052"/>
              <a:gd name="connsiteY0" fmla="*/ 0 h 1728192"/>
              <a:gd name="connsiteX1" fmla="*/ 2854052 w 2854052"/>
              <a:gd name="connsiteY1" fmla="*/ 0 h 1728192"/>
              <a:gd name="connsiteX2" fmla="*/ 2024404 w 2854052"/>
              <a:gd name="connsiteY2" fmla="*/ 1728192 h 1728192"/>
              <a:gd name="connsiteX3" fmla="*/ 0 w 2854052"/>
              <a:gd name="connsiteY3" fmla="*/ 1728192 h 1728192"/>
              <a:gd name="connsiteX4" fmla="*/ 0 w 2854052"/>
              <a:gd name="connsiteY4" fmla="*/ 0 h 172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4052" h="1728192">
                <a:moveTo>
                  <a:pt x="0" y="0"/>
                </a:moveTo>
                <a:lnTo>
                  <a:pt x="2854052" y="0"/>
                </a:lnTo>
                <a:lnTo>
                  <a:pt x="2024404" y="1728192"/>
                </a:lnTo>
                <a:lnTo>
                  <a:pt x="0" y="1728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A47B96-81BE-44F5-A033-BC171AD36B4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173482" y="3634801"/>
            <a:ext cx="1845034" cy="1846694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A2B6AB-2CE2-4B58-B4C1-64F22CF1C5A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486287" y="4162067"/>
            <a:ext cx="3240932" cy="792163"/>
          </a:xfr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88C8A90-DA99-46F0-8102-77E57DEB9718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475408" y="4162067"/>
            <a:ext cx="3240932" cy="79216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821E96-F5D6-44C3-BC87-59C570D1EEF8}"/>
              </a:ext>
            </a:extLst>
          </p:cNvPr>
          <p:cNvGrpSpPr/>
          <p:nvPr userDrawn="1"/>
        </p:nvGrpSpPr>
        <p:grpSpPr>
          <a:xfrm>
            <a:off x="5475550" y="842300"/>
            <a:ext cx="1240899" cy="928218"/>
            <a:chOff x="-3811588" y="-4362450"/>
            <a:chExt cx="12906376" cy="9656763"/>
          </a:xfrm>
          <a:solidFill>
            <a:schemeClr val="accent1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AD2E4CD-17F5-46D7-ACEB-B7BC2AB64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811588" y="-4362450"/>
              <a:ext cx="4840288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562346D4-F45A-4FF6-8AE1-97569CA779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6088" y="-4362450"/>
              <a:ext cx="4838700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65576FA-923B-45B5-9536-299BBA86939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1486287" y="1952762"/>
            <a:ext cx="9230542" cy="143986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1303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21">
            <a:extLst>
              <a:ext uri="{FF2B5EF4-FFF2-40B4-BE49-F238E27FC236}">
                <a16:creationId xmlns:a16="http://schemas.microsoft.com/office/drawing/2014/main" id="{2CE6F70E-00BA-6F4B-989A-580C6B51B1B9}"/>
              </a:ext>
            </a:extLst>
          </p:cNvPr>
          <p:cNvSpPr/>
          <p:nvPr userDrawn="1"/>
        </p:nvSpPr>
        <p:spPr>
          <a:xfrm>
            <a:off x="4063813" y="6716109"/>
            <a:ext cx="4063813" cy="141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>
                <a:solidFill>
                  <a:schemeClr val="tx2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>
                <a:solidFill>
                  <a:schemeClr val="accent1"/>
                </a:solidFill>
                <a:latin typeface="Bosis for Agfa Bold" panose="020B0804030504040204" pitchFamily="34" charset="0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</a:defRPr>
            </a:lvl2pPr>
            <a:lvl3pPr marL="914400" indent="0">
              <a:buNone/>
              <a:defRPr b="1">
                <a:solidFill>
                  <a:schemeClr val="accent1"/>
                </a:solidFill>
              </a:defRPr>
            </a:lvl3pPr>
            <a:lvl4pPr marL="1371600" indent="0">
              <a:buNone/>
              <a:defRPr b="1">
                <a:solidFill>
                  <a:schemeClr val="accent1"/>
                </a:solidFill>
              </a:defRPr>
            </a:lvl4pPr>
            <a:lvl5pPr marL="182880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956386" y="2272019"/>
            <a:ext cx="1235862" cy="2705358"/>
            <a:chOff x="5113867" y="1315782"/>
            <a:chExt cx="1951566" cy="4272066"/>
          </a:xfrm>
          <a:solidFill>
            <a:schemeClr val="accent1">
              <a:lumMod val="50000"/>
              <a:alpha val="35000"/>
            </a:schemeClr>
          </a:solidFill>
        </p:grpSpPr>
        <p:sp>
          <p:nvSpPr>
            <p:cNvPr id="13" name="Rectangle 12"/>
            <p:cNvSpPr/>
            <p:nvPr/>
          </p:nvSpPr>
          <p:spPr>
            <a:xfrm>
              <a:off x="5862060" y="1315782"/>
              <a:ext cx="640340" cy="3633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lowchart: Manual Input 4"/>
            <p:cNvSpPr/>
            <p:nvPr/>
          </p:nvSpPr>
          <p:spPr>
            <a:xfrm>
              <a:off x="5247187" y="1315782"/>
              <a:ext cx="614873" cy="826782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35"/>
                <a:gd name="connsiteY0" fmla="*/ 4331 h 10000"/>
                <a:gd name="connsiteX1" fmla="*/ 10035 w 10035"/>
                <a:gd name="connsiteY1" fmla="*/ 0 h 10000"/>
                <a:gd name="connsiteX2" fmla="*/ 10035 w 10035"/>
                <a:gd name="connsiteY2" fmla="*/ 10000 h 10000"/>
                <a:gd name="connsiteX3" fmla="*/ 35 w 10035"/>
                <a:gd name="connsiteY3" fmla="*/ 10000 h 10000"/>
                <a:gd name="connsiteX4" fmla="*/ 0 w 10035"/>
                <a:gd name="connsiteY4" fmla="*/ 433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5" h="10000">
                  <a:moveTo>
                    <a:pt x="0" y="4331"/>
                  </a:moveTo>
                  <a:lnTo>
                    <a:pt x="10035" y="0"/>
                  </a:lnTo>
                  <a:lnTo>
                    <a:pt x="10035" y="10000"/>
                  </a:lnTo>
                  <a:lnTo>
                    <a:pt x="35" y="10000"/>
                  </a:lnTo>
                  <a:cubicBezTo>
                    <a:pt x="23" y="8110"/>
                    <a:pt x="12" y="6221"/>
                    <a:pt x="0" y="433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672666" y="2142564"/>
              <a:ext cx="189393" cy="28066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5769480" y="4291895"/>
              <a:ext cx="640340" cy="19515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38" name="Picture 15" descr="Europe Map transparent PNG - Stick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127" y="2324540"/>
            <a:ext cx="3625031" cy="271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4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7626" y="1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799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DD868F8-29E6-6145-9D0D-AE7071344FC0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0" y="0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799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2" name="Rechthoek 21">
            <a:extLst>
              <a:ext uri="{FF2B5EF4-FFF2-40B4-BE49-F238E27FC236}">
                <a16:creationId xmlns:a16="http://schemas.microsoft.com/office/drawing/2014/main" id="{2CE6F70E-00BA-6F4B-989A-580C6B51B1B9}"/>
              </a:ext>
            </a:extLst>
          </p:cNvPr>
          <p:cNvSpPr/>
          <p:nvPr userDrawn="1"/>
        </p:nvSpPr>
        <p:spPr>
          <a:xfrm>
            <a:off x="4063814" y="6716111"/>
            <a:ext cx="4063813" cy="141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399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999">
                <a:solidFill>
                  <a:schemeClr val="tx2"/>
                </a:solidFill>
              </a:defRPr>
            </a:lvl1pPr>
            <a:lvl2pPr marL="457063" indent="0">
              <a:buNone/>
              <a:defRPr>
                <a:solidFill>
                  <a:schemeClr val="tx2"/>
                </a:solidFill>
              </a:defRPr>
            </a:lvl2pPr>
            <a:lvl3pPr marL="914126" indent="0">
              <a:buNone/>
              <a:defRPr>
                <a:solidFill>
                  <a:schemeClr val="tx2"/>
                </a:solidFill>
              </a:defRPr>
            </a:lvl3pPr>
            <a:lvl4pPr marL="1371189" indent="0">
              <a:buNone/>
              <a:defRPr>
                <a:solidFill>
                  <a:schemeClr val="tx2"/>
                </a:solidFill>
              </a:defRPr>
            </a:lvl4pPr>
            <a:lvl5pPr marL="182825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457063" indent="0">
              <a:buNone/>
              <a:defRPr b="1">
                <a:solidFill>
                  <a:schemeClr val="accent1"/>
                </a:solidFill>
              </a:defRPr>
            </a:lvl2pPr>
            <a:lvl3pPr marL="914126" indent="0">
              <a:buNone/>
              <a:defRPr b="1">
                <a:solidFill>
                  <a:schemeClr val="accent1"/>
                </a:solidFill>
              </a:defRPr>
            </a:lvl3pPr>
            <a:lvl4pPr marL="1371189" indent="0">
              <a:buNone/>
              <a:defRPr b="1">
                <a:solidFill>
                  <a:schemeClr val="accent1"/>
                </a:solidFill>
              </a:defRPr>
            </a:lvl4pPr>
            <a:lvl5pPr marL="1828251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6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5E10C0B-191C-4941-A0F1-A403CD3461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257630492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191DB41-569B-4B79-971D-9205481852F1}"/>
              </a:ext>
            </a:extLst>
          </p:cNvPr>
          <p:cNvGrpSpPr/>
          <p:nvPr userDrawn="1"/>
        </p:nvGrpSpPr>
        <p:grpSpPr>
          <a:xfrm>
            <a:off x="1" y="0"/>
            <a:ext cx="12192000" cy="6858000"/>
            <a:chOff x="0" y="0"/>
            <a:chExt cx="12188825" cy="6858000"/>
          </a:xfrm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B3B53312-44D0-40C3-BFC5-93A68F21AE30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93C38DE-1B66-494B-BC5F-0968A4161B4A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343806725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3384" y="4717007"/>
            <a:ext cx="2441448" cy="156022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3968" y="4717007"/>
            <a:ext cx="2441448" cy="15602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4552" y="4717007"/>
            <a:ext cx="2441448" cy="15602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5136" y="4717007"/>
            <a:ext cx="2441448" cy="15602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5" name="Rectangle 2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23748964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342371962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22462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5"/>
          </p:nvPr>
        </p:nvSpPr>
        <p:spPr>
          <a:xfrm>
            <a:off x="6397237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60" y="1738365"/>
            <a:ext cx="10977713" cy="13267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</p:spTree>
    <p:extLst>
      <p:ext uri="{BB962C8B-B14F-4D97-AF65-F5344CB8AC3E}">
        <p14:creationId xmlns:p14="http://schemas.microsoft.com/office/powerpoint/2010/main" val="294726069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Bosis for Agfa Medium" panose="020B05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6CD28C8-A391-447E-9DBE-7FB53E366A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22463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8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A6C1C8AD-451B-4AE2-ACA5-1F1FD3888A0D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4368125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CFB1C04-9105-420E-9F61-194F720C794A}"/>
              </a:ext>
            </a:extLst>
          </p:cNvPr>
          <p:cNvSpPr>
            <a:spLocks noGrp="1"/>
          </p:cNvSpPr>
          <p:nvPr userDrawn="1">
            <p:ph sz="quarter" idx="16"/>
          </p:nvPr>
        </p:nvSpPr>
        <p:spPr>
          <a:xfrm>
            <a:off x="8113786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15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mond 22">
            <a:extLst>
              <a:ext uri="{FF2B5EF4-FFF2-40B4-BE49-F238E27FC236}">
                <a16:creationId xmlns:a16="http://schemas.microsoft.com/office/drawing/2014/main" id="{101CACDB-8291-4624-8BEB-C4D39D73CC6C}"/>
              </a:ext>
            </a:extLst>
          </p:cNvPr>
          <p:cNvSpPr/>
          <p:nvPr userDrawn="1"/>
        </p:nvSpPr>
        <p:spPr>
          <a:xfrm>
            <a:off x="5159936" y="3402131"/>
            <a:ext cx="1858581" cy="185809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A47B96-81BE-44F5-A033-BC171AD36B4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173482" y="3634801"/>
            <a:ext cx="1845034" cy="1846694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A2B6AB-2CE2-4B58-B4C1-64F22CF1C5A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486287" y="4162067"/>
            <a:ext cx="3240932" cy="792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 b="1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88C8A90-DA99-46F0-8102-77E57DEB9718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7475408" y="4162067"/>
            <a:ext cx="3240932" cy="79216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821E96-F5D6-44C3-BC87-59C570D1EEF8}"/>
              </a:ext>
            </a:extLst>
          </p:cNvPr>
          <p:cNvGrpSpPr/>
          <p:nvPr userDrawn="1"/>
        </p:nvGrpSpPr>
        <p:grpSpPr>
          <a:xfrm>
            <a:off x="5475550" y="842300"/>
            <a:ext cx="1240899" cy="928218"/>
            <a:chOff x="-3811588" y="-4362450"/>
            <a:chExt cx="12906376" cy="9656763"/>
          </a:xfrm>
          <a:solidFill>
            <a:schemeClr val="accent1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AD2E4CD-17F5-46D7-ACEB-B7BC2AB64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3811588" y="-4362450"/>
              <a:ext cx="4840288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562346D4-F45A-4FF6-8AE1-97569CA779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6088" y="-4362450"/>
              <a:ext cx="4838700" cy="9656763"/>
            </a:xfrm>
            <a:custGeom>
              <a:avLst/>
              <a:gdLst>
                <a:gd name="T0" fmla="*/ 0 w 2250"/>
                <a:gd name="T1" fmla="*/ 0 h 4500"/>
                <a:gd name="T2" fmla="*/ 0 w 2250"/>
                <a:gd name="T3" fmla="*/ 2250 h 4500"/>
                <a:gd name="T4" fmla="*/ 1500 w 2250"/>
                <a:gd name="T5" fmla="*/ 2250 h 4500"/>
                <a:gd name="T6" fmla="*/ 0 w 2250"/>
                <a:gd name="T7" fmla="*/ 3750 h 4500"/>
                <a:gd name="T8" fmla="*/ 0 w 2250"/>
                <a:gd name="T9" fmla="*/ 4500 h 4500"/>
                <a:gd name="T10" fmla="*/ 2250 w 2250"/>
                <a:gd name="T11" fmla="*/ 2250 h 4500"/>
                <a:gd name="T12" fmla="*/ 2250 w 2250"/>
                <a:gd name="T13" fmla="*/ 0 h 4500"/>
                <a:gd name="T14" fmla="*/ 0 w 2250"/>
                <a:gd name="T15" fmla="*/ 0 h 4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50" h="4500">
                  <a:moveTo>
                    <a:pt x="0" y="0"/>
                  </a:moveTo>
                  <a:cubicBezTo>
                    <a:pt x="0" y="2250"/>
                    <a:pt x="0" y="2250"/>
                    <a:pt x="0" y="2250"/>
                  </a:cubicBezTo>
                  <a:cubicBezTo>
                    <a:pt x="1500" y="2250"/>
                    <a:pt x="1500" y="2250"/>
                    <a:pt x="1500" y="2250"/>
                  </a:cubicBezTo>
                  <a:cubicBezTo>
                    <a:pt x="1500" y="3077"/>
                    <a:pt x="828" y="3750"/>
                    <a:pt x="0" y="3750"/>
                  </a:cubicBezTo>
                  <a:cubicBezTo>
                    <a:pt x="0" y="4500"/>
                    <a:pt x="0" y="4500"/>
                    <a:pt x="0" y="4500"/>
                  </a:cubicBezTo>
                  <a:cubicBezTo>
                    <a:pt x="1241" y="4500"/>
                    <a:pt x="2250" y="3491"/>
                    <a:pt x="2250" y="2250"/>
                  </a:cubicBezTo>
                  <a:cubicBezTo>
                    <a:pt x="2250" y="0"/>
                    <a:pt x="2250" y="0"/>
                    <a:pt x="22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800"/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65576FA-923B-45B5-9536-299BBA86939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1486287" y="1952762"/>
            <a:ext cx="9230542" cy="1439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Edit Master text style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7022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A808FD-8642-4A93-97E7-4F431C9A22C2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6670A-A5D5-42B4-8C62-85CBACB27530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C2AE1EA0-A051-482C-AADE-790A5B1F22D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137872" y="6191431"/>
            <a:ext cx="444528" cy="365125"/>
          </a:xfrm>
        </p:spPr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2768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34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35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22462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5"/>
          </p:nvPr>
        </p:nvSpPr>
        <p:spPr>
          <a:xfrm>
            <a:off x="6397237" y="3277104"/>
            <a:ext cx="5186126" cy="28262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609760" y="1738365"/>
            <a:ext cx="10977713" cy="13267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8479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0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99053" y="1062017"/>
            <a:ext cx="10983348" cy="42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1966" y="1548416"/>
            <a:ext cx="10948067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6CD28C8-A391-447E-9DBE-7FB53E366A8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22463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800">
                <a:solidFill>
                  <a:schemeClr val="accent1"/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A6C1C8AD-451B-4AE2-ACA5-1F1FD3888A0D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4368125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CFB1C04-9105-420E-9F61-194F720C794A}"/>
              </a:ext>
            </a:extLst>
          </p:cNvPr>
          <p:cNvSpPr>
            <a:spLocks noGrp="1"/>
          </p:cNvSpPr>
          <p:nvPr userDrawn="1">
            <p:ph sz="quarter" idx="16"/>
          </p:nvPr>
        </p:nvSpPr>
        <p:spPr>
          <a:xfrm>
            <a:off x="8113245" y="1772820"/>
            <a:ext cx="3456788" cy="40324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 sz="2400"/>
            </a:lvl2pPr>
            <a:lvl3pPr marL="1218986" indent="0">
              <a:buFontTx/>
              <a:buNone/>
              <a:defRPr sz="2400"/>
            </a:lvl3pPr>
            <a:lvl4pPr marL="1828480" indent="0">
              <a:buFontTx/>
              <a:buNone/>
              <a:defRPr sz="2400"/>
            </a:lvl4pPr>
            <a:lvl5pPr marL="2437973" indent="0">
              <a:buFontTx/>
              <a:buNone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316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6529139" y="2009277"/>
            <a:ext cx="4513727" cy="3344778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051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599053" y="1020669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24765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718461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gh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049016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098032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147048" y="0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49016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98032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47048" y="3419856"/>
            <a:ext cx="3063240" cy="3438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5769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fteen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7638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875276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2914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750552" y="0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437638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875276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12914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750552" y="2281428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0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2437638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875276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7312914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750552" y="4562856"/>
            <a:ext cx="2441448" cy="2295144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2796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28749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057498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86247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143744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114996" y="0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0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028749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057498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086247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10143744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8114996" y="1709928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0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2028749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4057498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6086247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10143744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14996" y="3419856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38"/>
          </p:nvPr>
        </p:nvSpPr>
        <p:spPr>
          <a:xfrm>
            <a:off x="0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2028749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40"/>
          </p:nvPr>
        </p:nvSpPr>
        <p:spPr>
          <a:xfrm>
            <a:off x="4057498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41"/>
          </p:nvPr>
        </p:nvSpPr>
        <p:spPr>
          <a:xfrm>
            <a:off x="6086247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10143744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8114996" y="5129784"/>
            <a:ext cx="2048256" cy="1728216"/>
          </a:xfrm>
          <a:prstGeom prst="rect">
            <a:avLst/>
          </a:prstGeom>
        </p:spPr>
        <p:txBody>
          <a:bodyPr lIns="182880" tIns="91440" rIns="182880" bIns="91440"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2708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99053" y="322090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76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99053" y="299929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3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04326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8708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301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814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4992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4984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5568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6152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528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4984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5568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6152" y="3055281"/>
            <a:ext cx="2441448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1231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4049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5250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73875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7756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3384" y="4717007"/>
            <a:ext cx="2441448" cy="1326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3968" y="4717007"/>
            <a:ext cx="2441448" cy="13266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4552" y="4717007"/>
            <a:ext cx="2441448" cy="13266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5136" y="4717007"/>
            <a:ext cx="2441448" cy="13266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Rectangle 2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0416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3384" y="4717007"/>
            <a:ext cx="2441448" cy="156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553968" y="4717007"/>
            <a:ext cx="2441448" cy="1560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194552" y="4717007"/>
            <a:ext cx="2441448" cy="1560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8835136" y="4717007"/>
            <a:ext cx="2441448" cy="1560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7770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4025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720990"/>
            <a:ext cx="3328416" cy="1370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0840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9578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704405"/>
            <a:ext cx="5084064" cy="13392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5146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4515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5581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9649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itle Placeholder 1"/>
          <p:cNvSpPr txBox="1">
            <a:spLocks/>
          </p:cNvSpPr>
          <p:nvPr userDrawn="1"/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4178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7298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9397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2441448" cy="1713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3554984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6195568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8836152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2603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2441448" cy="1713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3554984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6195568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8836152" y="4212305"/>
            <a:ext cx="2441448" cy="1713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0228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0095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431792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7949184" y="4212305"/>
            <a:ext cx="3328416" cy="17506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5490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155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914400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193536" y="4212305"/>
            <a:ext cx="5084064" cy="170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 marL="2437973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35368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4932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9" name="Rectangle 4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8882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3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33522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3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1" name="Rectangle 30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69334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531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521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5151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1538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6161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92946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 txBox="1">
            <a:spLocks/>
          </p:cNvSpPr>
          <p:nvPr userDrawn="1"/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2811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5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6527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3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9156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right - 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tx1"/>
                </a:solidFill>
                <a:latin typeface="Bosis for Agfa Medium" panose="020B050403050404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creen Picture - no logo/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1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99053" y="314722"/>
            <a:ext cx="10983347" cy="733425"/>
          </a:xfrm>
        </p:spPr>
        <p:txBody>
          <a:bodyPr/>
          <a:lstStyle>
            <a:lvl1pPr marL="0" indent="0">
              <a:buNone/>
              <a:defRPr>
                <a:latin typeface="Bosis for Agfa Bold" panose="020B080403050404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14804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8B4FB57-0962-46CE-B7B7-2D2041346D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97866"/>
            <a:ext cx="12192000" cy="3494311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8535EC-FFBC-44C7-838B-AF5F0AB912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943" y="4815517"/>
            <a:ext cx="3421455" cy="11685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19BC662-37F1-4CAE-B51D-2399345107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1812" y="4815517"/>
            <a:ext cx="3421455" cy="11685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0C65F11-9F5F-41EF-B0D8-90FE9067B8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47682" y="4815517"/>
            <a:ext cx="3421455" cy="11685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494" indent="0">
              <a:buFontTx/>
              <a:buNone/>
              <a:defRPr/>
            </a:lvl2pPr>
            <a:lvl3pPr marL="1218986" indent="0">
              <a:buFontTx/>
              <a:buNone/>
              <a:defRPr/>
            </a:lvl3pPr>
            <a:lvl4pPr marL="1828480" indent="0">
              <a:buFontTx/>
              <a:buNone/>
              <a:defRPr/>
            </a:lvl4pPr>
            <a:lvl5pPr marL="2437973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  <a:endParaRPr lang="en-I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150B63-06FE-4C6B-9B57-C9BE56D37D3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88825" cy="6858000"/>
          </a:xfrm>
        </p:grpSpPr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909200A4-2326-450A-A230-DDC05D3099ED}"/>
                </a:ext>
              </a:extLst>
            </p:cNvPr>
            <p:cNvSpPr/>
            <p:nvPr userDrawn="1"/>
          </p:nvSpPr>
          <p:spPr>
            <a:xfrm flipH="1" flipV="1">
              <a:off x="0" y="0"/>
              <a:ext cx="4582245" cy="6858000"/>
            </a:xfrm>
            <a:custGeom>
              <a:avLst/>
              <a:gdLst>
                <a:gd name="connsiteX0" fmla="*/ 0 w 4582245"/>
                <a:gd name="connsiteY0" fmla="*/ 0 h 6858000"/>
                <a:gd name="connsiteX1" fmla="*/ 4582245 w 4582245"/>
                <a:gd name="connsiteY1" fmla="*/ 0 h 6858000"/>
                <a:gd name="connsiteX2" fmla="*/ 4582245 w 4582245"/>
                <a:gd name="connsiteY2" fmla="*/ 6858000 h 6858000"/>
                <a:gd name="connsiteX3" fmla="*/ 0 w 4582245"/>
                <a:gd name="connsiteY3" fmla="*/ 6858000 h 6858000"/>
                <a:gd name="connsiteX4" fmla="*/ 0 w 4582245"/>
                <a:gd name="connsiteY4" fmla="*/ 0 h 6858000"/>
                <a:gd name="connsiteX0" fmla="*/ 0 w 4582245"/>
                <a:gd name="connsiteY0" fmla="*/ 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  <a:gd name="connsiteX5" fmla="*/ 0 w 4582245"/>
                <a:gd name="connsiteY5" fmla="*/ 0 h 6858000"/>
                <a:gd name="connsiteX0" fmla="*/ 0 w 4582245"/>
                <a:gd name="connsiteY0" fmla="*/ 6858000 h 6858000"/>
                <a:gd name="connsiteX1" fmla="*/ 3232405 w 4582245"/>
                <a:gd name="connsiteY1" fmla="*/ 0 h 6858000"/>
                <a:gd name="connsiteX2" fmla="*/ 4582245 w 4582245"/>
                <a:gd name="connsiteY2" fmla="*/ 0 h 6858000"/>
                <a:gd name="connsiteX3" fmla="*/ 4582245 w 4582245"/>
                <a:gd name="connsiteY3" fmla="*/ 6858000 h 6858000"/>
                <a:gd name="connsiteX4" fmla="*/ 0 w 4582245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2245" h="6858000">
                  <a:moveTo>
                    <a:pt x="0" y="6858000"/>
                  </a:moveTo>
                  <a:lnTo>
                    <a:pt x="3232405" y="0"/>
                  </a:lnTo>
                  <a:lnTo>
                    <a:pt x="4582245" y="0"/>
                  </a:lnTo>
                  <a:lnTo>
                    <a:pt x="458224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  <p:sp>
          <p:nvSpPr>
            <p:cNvPr id="23" name="Freeform: Shape 43">
              <a:extLst>
                <a:ext uri="{FF2B5EF4-FFF2-40B4-BE49-F238E27FC236}">
                  <a16:creationId xmlns:a16="http://schemas.microsoft.com/office/drawing/2014/main" id="{72770B4B-2FE7-42C6-A227-EF84B4C231A1}"/>
                </a:ext>
              </a:extLst>
            </p:cNvPr>
            <p:cNvSpPr/>
            <p:nvPr userDrawn="1"/>
          </p:nvSpPr>
          <p:spPr>
            <a:xfrm flipH="1" flipV="1">
              <a:off x="9046741" y="4955398"/>
              <a:ext cx="3142084" cy="1902602"/>
            </a:xfrm>
            <a:custGeom>
              <a:avLst/>
              <a:gdLst>
                <a:gd name="connsiteX0" fmla="*/ 0 w 2854052"/>
                <a:gd name="connsiteY0" fmla="*/ 0 h 1728192"/>
                <a:gd name="connsiteX1" fmla="*/ 2854052 w 2854052"/>
                <a:gd name="connsiteY1" fmla="*/ 0 h 1728192"/>
                <a:gd name="connsiteX2" fmla="*/ 2024404 w 2854052"/>
                <a:gd name="connsiteY2" fmla="*/ 1728192 h 1728192"/>
                <a:gd name="connsiteX3" fmla="*/ 0 w 2854052"/>
                <a:gd name="connsiteY3" fmla="*/ 1728192 h 1728192"/>
                <a:gd name="connsiteX4" fmla="*/ 0 w 2854052"/>
                <a:gd name="connsiteY4" fmla="*/ 0 h 172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4052" h="1728192">
                  <a:moveTo>
                    <a:pt x="0" y="0"/>
                  </a:moveTo>
                  <a:lnTo>
                    <a:pt x="2854052" y="0"/>
                  </a:lnTo>
                  <a:lnTo>
                    <a:pt x="2024404" y="1728192"/>
                  </a:lnTo>
                  <a:lnTo>
                    <a:pt x="0" y="1728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7D7020F-A727-4B49-820D-276C965D9053}"/>
              </a:ext>
            </a:extLst>
          </p:cNvPr>
          <p:cNvSpPr/>
          <p:nvPr userDrawn="1"/>
        </p:nvSpPr>
        <p:spPr>
          <a:xfrm rot="5400000">
            <a:off x="11448912" y="5846930"/>
            <a:ext cx="432048" cy="105412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D3C92-20A9-4B88-B59F-8DC827C8D5E8}"/>
              </a:ext>
            </a:extLst>
          </p:cNvPr>
          <p:cNvSpPr/>
          <p:nvPr userDrawn="1"/>
        </p:nvSpPr>
        <p:spPr>
          <a:xfrm>
            <a:off x="11137872" y="6157970"/>
            <a:ext cx="444528" cy="432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1ACA27F9-8DE3-4382-9CC5-329A13E83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5295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FDD19D-5ACC-4E13-AAB9-19A8289495AE}"/>
              </a:ext>
            </a:extLst>
          </p:cNvPr>
          <p:cNvSpPr/>
          <p:nvPr userDrawn="1"/>
        </p:nvSpPr>
        <p:spPr>
          <a:xfrm rot="5400000">
            <a:off x="-265469" y="565396"/>
            <a:ext cx="720739" cy="1898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69DF9BE-1431-4618-B5E3-DB82BC648088}"/>
              </a:ext>
            </a:extLst>
          </p:cNvPr>
          <p:cNvSpPr txBox="1">
            <a:spLocks/>
          </p:cNvSpPr>
          <p:nvPr userDrawn="1"/>
        </p:nvSpPr>
        <p:spPr>
          <a:xfrm>
            <a:off x="599490" y="301429"/>
            <a:ext cx="10982911" cy="71108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osis for Agfa Bold" panose="020B0804030504040204" pitchFamily="34" charset="0"/>
                <a:ea typeface="Bosis for Agfa Bold" panose="020B0804030504040204" pitchFamily="34" charset="0"/>
                <a:cs typeface="Bosis for Agfa Bold" panose="020B08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599053" y="6185734"/>
            <a:ext cx="2561711" cy="3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One Europe Kick Off 2022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308" y="92658"/>
            <a:ext cx="1346908" cy="4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08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18BE7-0726-E146-96CB-5104CE1C7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" b="-1"/>
          <a:stretch/>
        </p:blipFill>
        <p:spPr>
          <a:xfrm>
            <a:off x="0" y="0"/>
            <a:ext cx="12192000" cy="5733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D3113F-4FD2-3E4B-9883-2F8C57C636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1" y="6019647"/>
            <a:ext cx="2153024" cy="509631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65C9910-B134-4E46-A67B-C461003F4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533" y="270584"/>
            <a:ext cx="7396399" cy="8589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comes here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DB5AB82-C4AD-F04D-A5B2-F3DDC87345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533" y="5822850"/>
            <a:ext cx="7396398" cy="29128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 b="1" i="0" baseline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Place &amp; Date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7FD395-7FDB-8C4E-AE6F-A3EB4C16F6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775" y="6208505"/>
            <a:ext cx="7395274" cy="2530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 b="0" i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First name Last name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9F77D35-F560-FC47-91EA-6D6E4EE557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33" y="6526993"/>
            <a:ext cx="7387934" cy="21797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 b="0" i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BC031D27-8554-E44A-88CA-360101C202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1155" y="1155066"/>
            <a:ext cx="6668312" cy="50602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comes here</a:t>
            </a:r>
          </a:p>
        </p:txBody>
      </p:sp>
      <p:pic>
        <p:nvPicPr>
          <p:cNvPr id="2" name="Picture 1"/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9" y="1393427"/>
            <a:ext cx="1242000" cy="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1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y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6C19476-94A3-244C-8D97-D5FF6AFE8022}"/>
              </a:ext>
            </a:extLst>
          </p:cNvPr>
          <p:cNvSpPr/>
          <p:nvPr userDrawn="1"/>
        </p:nvSpPr>
        <p:spPr>
          <a:xfrm>
            <a:off x="-374" y="1129358"/>
            <a:ext cx="4479237" cy="5728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74325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79CE-3FE0-E64E-9824-26405FC3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31" y="1626452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308016"/>
            <a:ext cx="3487024" cy="35770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20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Clr>
                <a:schemeClr val="accent2"/>
              </a:buClr>
              <a:buFont typeface="Wingdings" pitchFamily="2" charset="2"/>
              <a:buNone/>
              <a:defRPr sz="18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Clr>
                <a:schemeClr val="tx2"/>
              </a:buClr>
              <a:buFont typeface="Wingdings" pitchFamily="2" charset="2"/>
              <a:buNone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Clr>
                <a:schemeClr val="tx2"/>
              </a:buClr>
              <a:buFont typeface="Wingdings" pitchFamily="2" charset="2"/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Clr>
                <a:schemeClr val="tx2"/>
              </a:buClr>
              <a:buFont typeface="Wingdings" pitchFamily="2" charset="2"/>
              <a:buNone/>
              <a:defRPr sz="11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7" y="1626452"/>
            <a:ext cx="3487024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891738-4743-BB44-875A-C73BECF106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  <p:sp>
        <p:nvSpPr>
          <p:cNvPr id="14" name="Title 3"/>
          <p:cNvSpPr>
            <a:spLocks noGrp="1"/>
          </p:cNvSpPr>
          <p:nvPr>
            <p:ph type="title"/>
          </p:nvPr>
        </p:nvSpPr>
        <p:spPr>
          <a:xfrm>
            <a:off x="5042930" y="300908"/>
            <a:ext cx="7148509" cy="620553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4231" y="6386996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25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right - 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74325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00" y="1626452"/>
            <a:ext cx="11223635" cy="463041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5042930" y="300908"/>
            <a:ext cx="7148509" cy="620553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891738-4743-BB44-875A-C73BECF106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4231" y="6386996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91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74325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626452"/>
            <a:ext cx="1128343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BEB36A-D666-2046-9FF8-117632B00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  <p:sp>
        <p:nvSpPr>
          <p:cNvPr id="13" name="Title 3"/>
          <p:cNvSpPr>
            <a:spLocks noGrp="1"/>
          </p:cNvSpPr>
          <p:nvPr>
            <p:ph type="title"/>
          </p:nvPr>
        </p:nvSpPr>
        <p:spPr>
          <a:xfrm>
            <a:off x="5042930" y="300908"/>
            <a:ext cx="7148509" cy="620553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00" y="2287527"/>
            <a:ext cx="11286951" cy="396087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4231" y="6386996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12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37824"/>
            <a:ext cx="4414837" cy="50820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9657001-3043-BE47-954E-F29015EA7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5042930" y="300908"/>
            <a:ext cx="7148509" cy="620553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00" y="2287527"/>
            <a:ext cx="6651323" cy="393229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4231" y="6386996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74325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626452"/>
            <a:ext cx="664780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4337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9359"/>
            <a:ext cx="12192000" cy="516984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FA319-DCF3-044C-9116-DC0E22E18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5042930" y="300908"/>
            <a:ext cx="7148509" cy="620553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4231" y="6386996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74325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698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7626" y="1"/>
            <a:ext cx="4064374" cy="685799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DD868F8-29E6-6145-9D0D-AE7071344FC0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0" y="0"/>
            <a:ext cx="406210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>
                <a:solidFill>
                  <a:schemeClr val="tx2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accent1"/>
                </a:solidFill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</a:defRPr>
            </a:lvl2pPr>
            <a:lvl3pPr marL="914400" indent="0">
              <a:buNone/>
              <a:defRPr b="1">
                <a:solidFill>
                  <a:schemeClr val="accent1"/>
                </a:solidFill>
              </a:defRPr>
            </a:lvl3pPr>
            <a:lvl4pPr marL="1371600" indent="0">
              <a:buNone/>
              <a:defRPr b="1">
                <a:solidFill>
                  <a:schemeClr val="accent1"/>
                </a:solidFill>
              </a:defRPr>
            </a:lvl4pPr>
            <a:lvl5pPr marL="182880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2664" y="6782475"/>
            <a:ext cx="4064400" cy="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1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18BE7-0726-E146-96CB-5104CE1C7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" b="-1"/>
          <a:stretch/>
        </p:blipFill>
        <p:spPr>
          <a:xfrm>
            <a:off x="0" y="0"/>
            <a:ext cx="12192000" cy="5733593"/>
          </a:xfrm>
          <a:prstGeom prst="rect">
            <a:avLst/>
          </a:prstGeom>
        </p:spPr>
      </p:pic>
      <p:sp>
        <p:nvSpPr>
          <p:cNvPr id="8" name="Rechthoek 1">
            <a:extLst>
              <a:ext uri="{FF2B5EF4-FFF2-40B4-BE49-F238E27FC236}">
                <a16:creationId xmlns:a16="http://schemas.microsoft.com/office/drawing/2014/main" id="{059B6AB9-495F-2349-A1BF-251BEAC7C59B}"/>
              </a:ext>
            </a:extLst>
          </p:cNvPr>
          <p:cNvSpPr/>
          <p:nvPr userDrawn="1"/>
        </p:nvSpPr>
        <p:spPr>
          <a:xfrm>
            <a:off x="-1" y="1366953"/>
            <a:ext cx="1243069" cy="912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3113F-4FD2-3E4B-9883-2F8C57C636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1" y="6019647"/>
            <a:ext cx="2153024" cy="509631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65C9910-B134-4E46-A67B-C461003F4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068" y="273141"/>
            <a:ext cx="11578931" cy="8589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comes here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DB5AB82-C4AD-F04D-A5B2-F3DDC87345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069" y="5855516"/>
            <a:ext cx="8824546" cy="4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7FD395-7FDB-8C4E-AE6F-A3EB4C16F6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774" y="6276241"/>
            <a:ext cx="8824545" cy="2348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9F77D35-F560-FC47-91EA-6D6E4EE557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33" y="6535460"/>
            <a:ext cx="8815786" cy="14067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Function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BC031D27-8554-E44A-88CA-360101C202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1155" y="1155066"/>
            <a:ext cx="10850844" cy="50602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comes here</a:t>
            </a:r>
          </a:p>
        </p:txBody>
      </p:sp>
    </p:spTree>
    <p:extLst>
      <p:ext uri="{BB962C8B-B14F-4D97-AF65-F5344CB8AC3E}">
        <p14:creationId xmlns:p14="http://schemas.microsoft.com/office/powerpoint/2010/main" val="186016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053636"/>
            <a:ext cx="11283436" cy="4413425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001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573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anose="05000000000000000000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322555"/>
            <a:ext cx="1128343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A1F44A2-AF58-FD45-BAE8-1FCA99894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4BE077-8AD2-1243-AB99-5ACBE20F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BEB36A-D666-2046-9FF8-117632B00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2055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11283436" cy="40066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001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573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anose="05000000000000000000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617985"/>
            <a:ext cx="1128343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8A1F44A2-AF58-FD45-BAE8-1FCA99894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94BE077-8AD2-1243-AB99-5ACBE20F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BEB36A-D666-2046-9FF8-117632B00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6657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y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6C19476-94A3-244C-8D97-D5FF6AFE8022}"/>
              </a:ext>
            </a:extLst>
          </p:cNvPr>
          <p:cNvSpPr/>
          <p:nvPr userDrawn="1"/>
        </p:nvSpPr>
        <p:spPr>
          <a:xfrm>
            <a:off x="-12387" y="1129358"/>
            <a:ext cx="4479237" cy="5728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79CE-3FE0-E64E-9824-26405FC3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31" y="1617985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3487024" cy="35770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Clr>
                <a:schemeClr val="accent2"/>
              </a:buClr>
              <a:buFont typeface="Wingdings" pitchFamily="2" charset="2"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Clr>
                <a:schemeClr val="tx2"/>
              </a:buClr>
              <a:buFont typeface="Wingdings" pitchFamily="2" charset="2"/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Clr>
                <a:schemeClr val="tx2"/>
              </a:buClr>
              <a:buFont typeface="Wingdings" pitchFamily="2" charset="2"/>
              <a:buNone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Clr>
                <a:schemeClr val="tx2"/>
              </a:buClr>
              <a:buFont typeface="Wingdings" pitchFamily="2" charset="2"/>
              <a:buNone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7" y="1617985"/>
            <a:ext cx="3518628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0417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y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6C19476-94A3-244C-8D97-D5FF6AFE8022}"/>
              </a:ext>
            </a:extLst>
          </p:cNvPr>
          <p:cNvSpPr/>
          <p:nvPr userDrawn="1"/>
        </p:nvSpPr>
        <p:spPr>
          <a:xfrm>
            <a:off x="-12387" y="1129358"/>
            <a:ext cx="4479237" cy="5728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79CE-3FE0-E64E-9824-26405FC3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31" y="1617985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3487024" cy="35770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Clr>
                <a:schemeClr val="accent2"/>
              </a:buClr>
              <a:buFont typeface="Wingdings" pitchFamily="2" charset="2"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Clr>
                <a:schemeClr val="tx2"/>
              </a:buClr>
              <a:buFont typeface="Wingdings" pitchFamily="2" charset="2"/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Clr>
                <a:schemeClr val="tx2"/>
              </a:buClr>
              <a:buFont typeface="Wingdings" pitchFamily="2" charset="2"/>
              <a:buNone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Clr>
                <a:schemeClr val="tx2"/>
              </a:buClr>
              <a:buFont typeface="Wingdings" pitchFamily="2" charset="2"/>
              <a:buNone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7" y="1617985"/>
            <a:ext cx="3518628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D757E4B-4773-7142-A6DE-2C84E9FDC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EAC5AFC-6807-1C4B-9198-34903211A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B2BE935-F494-0348-892D-58861E118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891738-4743-BB44-875A-C73BECF106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8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4144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394076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4C4ABDAE-8035-F047-9B5B-CC4FC5D95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A7862465-7B58-CD44-91C4-64B602F90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62EBC71-2123-614A-BC80-C7CEF0EAE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9657001-3043-BE47-954E-F29015EA7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9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 - no logo/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881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A6DBA2-B718-264B-946A-57683BBB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13E0B7-C6A3-B44E-A406-413BAE3E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B5F401-F70C-9441-A056-9FFA70D9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FA319-DCF3-044C-9116-DC0E22E18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5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creen Pictur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A6DBA2-B718-264B-946A-57683BBB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13E0B7-C6A3-B44E-A406-413BAE3E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B5F401-F70C-9441-A056-9FFA70D9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FA319-DCF3-044C-9116-DC0E22E18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7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7626" y="1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DD868F8-29E6-6145-9D0D-AE7071344FC0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0" y="0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2" name="Rechthoek 21">
            <a:extLst>
              <a:ext uri="{FF2B5EF4-FFF2-40B4-BE49-F238E27FC236}">
                <a16:creationId xmlns:a16="http://schemas.microsoft.com/office/drawing/2014/main" id="{2CE6F70E-00BA-6F4B-989A-580C6B51B1B9}"/>
              </a:ext>
            </a:extLst>
          </p:cNvPr>
          <p:cNvSpPr/>
          <p:nvPr userDrawn="1"/>
        </p:nvSpPr>
        <p:spPr>
          <a:xfrm>
            <a:off x="4063813" y="6716109"/>
            <a:ext cx="4063813" cy="141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>
                <a:solidFill>
                  <a:schemeClr val="tx2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accent1"/>
                </a:solidFill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</a:defRPr>
            </a:lvl2pPr>
            <a:lvl3pPr marL="914400" indent="0">
              <a:buNone/>
              <a:defRPr b="1">
                <a:solidFill>
                  <a:schemeClr val="accent1"/>
                </a:solidFill>
              </a:defRPr>
            </a:lvl3pPr>
            <a:lvl4pPr marL="1371600" indent="0">
              <a:buNone/>
              <a:defRPr b="1">
                <a:solidFill>
                  <a:schemeClr val="accent1"/>
                </a:solidFill>
              </a:defRPr>
            </a:lvl4pPr>
            <a:lvl5pPr marL="182880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536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2653504"/>
      </p:ext>
    </p:extLst>
  </p:cSld>
  <p:clrMapOvr>
    <a:masterClrMapping/>
  </p:clrMapOvr>
  <p:transition spd="med">
    <p:wipe dir="r"/>
  </p:transition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18BE7-0726-E146-96CB-5104CE1C7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" b="-1"/>
          <a:stretch/>
        </p:blipFill>
        <p:spPr>
          <a:xfrm>
            <a:off x="0" y="0"/>
            <a:ext cx="12192000" cy="5733593"/>
          </a:xfrm>
          <a:prstGeom prst="rect">
            <a:avLst/>
          </a:prstGeom>
        </p:spPr>
      </p:pic>
      <p:sp>
        <p:nvSpPr>
          <p:cNvPr id="8" name="Rechthoek 1">
            <a:extLst>
              <a:ext uri="{FF2B5EF4-FFF2-40B4-BE49-F238E27FC236}">
                <a16:creationId xmlns:a16="http://schemas.microsoft.com/office/drawing/2014/main" id="{059B6AB9-495F-2349-A1BF-251BEAC7C59B}"/>
              </a:ext>
            </a:extLst>
          </p:cNvPr>
          <p:cNvSpPr/>
          <p:nvPr userDrawn="1"/>
        </p:nvSpPr>
        <p:spPr>
          <a:xfrm>
            <a:off x="-1" y="1366953"/>
            <a:ext cx="1243069" cy="912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3113F-4FD2-3E4B-9883-2F8C57C636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1" y="6019647"/>
            <a:ext cx="2153024" cy="509631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65C9910-B134-4E46-A67B-C461003F4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068" y="273141"/>
            <a:ext cx="11578931" cy="8589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comes here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DB5AB82-C4AD-F04D-A5B2-F3DDC87345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069" y="5855516"/>
            <a:ext cx="8824546" cy="4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7FD395-7FDB-8C4E-AE6F-A3EB4C16F6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774" y="6276241"/>
            <a:ext cx="8824545" cy="2348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9F77D35-F560-FC47-91EA-6D6E4EE557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33" y="6535460"/>
            <a:ext cx="8815786" cy="14067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Function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BC031D27-8554-E44A-88CA-360101C202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1155" y="1155066"/>
            <a:ext cx="10850844" cy="50602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comes here</a:t>
            </a:r>
          </a:p>
        </p:txBody>
      </p:sp>
    </p:spTree>
    <p:extLst>
      <p:ext uri="{BB962C8B-B14F-4D97-AF65-F5344CB8AC3E}">
        <p14:creationId xmlns:p14="http://schemas.microsoft.com/office/powerpoint/2010/main" val="96484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053636"/>
            <a:ext cx="11283436" cy="4413425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001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573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anose="05000000000000000000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322555"/>
            <a:ext cx="1128343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A1F44A2-AF58-FD45-BAE8-1FCA99894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4BE077-8AD2-1243-AB99-5ACBE20F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BEB36A-D666-2046-9FF8-117632B00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679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11283436" cy="40066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001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573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anose="05000000000000000000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617985"/>
            <a:ext cx="1128343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8A1F44A2-AF58-FD45-BAE8-1FCA99894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94BE077-8AD2-1243-AB99-5ACBE20F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BEB36A-D666-2046-9FF8-117632B00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78707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y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6C19476-94A3-244C-8D97-D5FF6AFE8022}"/>
              </a:ext>
            </a:extLst>
          </p:cNvPr>
          <p:cNvSpPr/>
          <p:nvPr userDrawn="1"/>
        </p:nvSpPr>
        <p:spPr>
          <a:xfrm>
            <a:off x="-12387" y="1129358"/>
            <a:ext cx="4479237" cy="5728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79CE-3FE0-E64E-9824-26405FC3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31" y="1617985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3487024" cy="35770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Clr>
                <a:schemeClr val="accent2"/>
              </a:buClr>
              <a:buFont typeface="Wingdings" pitchFamily="2" charset="2"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Clr>
                <a:schemeClr val="tx2"/>
              </a:buClr>
              <a:buFont typeface="Wingdings" pitchFamily="2" charset="2"/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Clr>
                <a:schemeClr val="tx2"/>
              </a:buClr>
              <a:buFont typeface="Wingdings" pitchFamily="2" charset="2"/>
              <a:buNone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Clr>
                <a:schemeClr val="tx2"/>
              </a:buClr>
              <a:buFont typeface="Wingdings" pitchFamily="2" charset="2"/>
              <a:buNone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7" y="1617985"/>
            <a:ext cx="3518628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9112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y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6C19476-94A3-244C-8D97-D5FF6AFE8022}"/>
              </a:ext>
            </a:extLst>
          </p:cNvPr>
          <p:cNvSpPr/>
          <p:nvPr userDrawn="1"/>
        </p:nvSpPr>
        <p:spPr>
          <a:xfrm>
            <a:off x="-12387" y="1129358"/>
            <a:ext cx="4479237" cy="5728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79CE-3FE0-E64E-9824-26405FC3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31" y="1617985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3487024" cy="35770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Clr>
                <a:schemeClr val="accent2"/>
              </a:buClr>
              <a:buFont typeface="Wingdings" pitchFamily="2" charset="2"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Clr>
                <a:schemeClr val="tx2"/>
              </a:buClr>
              <a:buFont typeface="Wingdings" pitchFamily="2" charset="2"/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Clr>
                <a:schemeClr val="tx2"/>
              </a:buClr>
              <a:buFont typeface="Wingdings" pitchFamily="2" charset="2"/>
              <a:buNone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Clr>
                <a:schemeClr val="tx2"/>
              </a:buClr>
              <a:buFont typeface="Wingdings" pitchFamily="2" charset="2"/>
              <a:buNone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7" y="1617985"/>
            <a:ext cx="3518628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D757E4B-4773-7142-A6DE-2C84E9FDC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EAC5AFC-6807-1C4B-9198-34903211A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B2BE935-F494-0348-892D-58861E118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891738-4743-BB44-875A-C73BECF106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3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92717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394076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4C4ABDAE-8035-F047-9B5B-CC4FC5D95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A7862465-7B58-CD44-91C4-64B602F90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62EBC71-2123-614A-BC80-C7CEF0EAE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9657001-3043-BE47-954E-F29015EA7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1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 - no logo/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321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A6DBA2-B718-264B-946A-57683BBB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13E0B7-C6A3-B44E-A406-413BAE3E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B5F401-F70C-9441-A056-9FFA70D9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FA319-DCF3-044C-9116-DC0E22E18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6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creen Pictur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A6DBA2-B718-264B-946A-57683BBB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13E0B7-C6A3-B44E-A406-413BAE3E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B5F401-F70C-9441-A056-9FFA70D9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FA319-DCF3-044C-9116-DC0E22E18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0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7626" y="1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DD868F8-29E6-6145-9D0D-AE7071344FC0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0" y="0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2" name="Rechthoek 21">
            <a:extLst>
              <a:ext uri="{FF2B5EF4-FFF2-40B4-BE49-F238E27FC236}">
                <a16:creationId xmlns:a16="http://schemas.microsoft.com/office/drawing/2014/main" id="{2CE6F70E-00BA-6F4B-989A-580C6B51B1B9}"/>
              </a:ext>
            </a:extLst>
          </p:cNvPr>
          <p:cNvSpPr/>
          <p:nvPr userDrawn="1"/>
        </p:nvSpPr>
        <p:spPr>
          <a:xfrm>
            <a:off x="4063813" y="6716109"/>
            <a:ext cx="4063813" cy="141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>
                <a:solidFill>
                  <a:schemeClr val="tx2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accent1"/>
                </a:solidFill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</a:defRPr>
            </a:lvl2pPr>
            <a:lvl3pPr marL="914400" indent="0">
              <a:buNone/>
              <a:defRPr b="1">
                <a:solidFill>
                  <a:schemeClr val="accent1"/>
                </a:solidFill>
              </a:defRPr>
            </a:lvl3pPr>
            <a:lvl4pPr marL="1371600" indent="0">
              <a:buNone/>
              <a:defRPr b="1">
                <a:solidFill>
                  <a:schemeClr val="accent1"/>
                </a:solidFill>
              </a:defRPr>
            </a:lvl4pPr>
            <a:lvl5pPr marL="182880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79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0812168"/>
      </p:ext>
    </p:extLst>
  </p:cSld>
  <p:clrMapOvr>
    <a:masterClrMapping/>
  </p:clrMapOvr>
  <p:transition spd="med">
    <p:wipe dir="r"/>
  </p:transition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18BE7-0726-E146-96CB-5104CE1C7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" b="-1"/>
          <a:stretch/>
        </p:blipFill>
        <p:spPr>
          <a:xfrm>
            <a:off x="0" y="0"/>
            <a:ext cx="12192000" cy="5733593"/>
          </a:xfrm>
          <a:prstGeom prst="rect">
            <a:avLst/>
          </a:prstGeom>
        </p:spPr>
      </p:pic>
      <p:sp>
        <p:nvSpPr>
          <p:cNvPr id="8" name="Rechthoek 1">
            <a:extLst>
              <a:ext uri="{FF2B5EF4-FFF2-40B4-BE49-F238E27FC236}">
                <a16:creationId xmlns:a16="http://schemas.microsoft.com/office/drawing/2014/main" id="{059B6AB9-495F-2349-A1BF-251BEAC7C59B}"/>
              </a:ext>
            </a:extLst>
          </p:cNvPr>
          <p:cNvSpPr/>
          <p:nvPr userDrawn="1"/>
        </p:nvSpPr>
        <p:spPr>
          <a:xfrm>
            <a:off x="-1" y="1366953"/>
            <a:ext cx="1243069" cy="912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3113F-4FD2-3E4B-9883-2F8C57C636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1" y="6019647"/>
            <a:ext cx="2153024" cy="509631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65C9910-B134-4E46-A67B-C461003F4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068" y="273141"/>
            <a:ext cx="11578931" cy="8589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comes here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DB5AB82-C4AD-F04D-A5B2-F3DDC87345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069" y="5855516"/>
            <a:ext cx="8824546" cy="4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7FD395-7FDB-8C4E-AE6F-A3EB4C16F6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774" y="6276241"/>
            <a:ext cx="8824545" cy="234899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9F77D35-F560-FC47-91EA-6D6E4EE557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33" y="6535460"/>
            <a:ext cx="8815786" cy="14067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Function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BC031D27-8554-E44A-88CA-360101C202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1155" y="1155066"/>
            <a:ext cx="10850844" cy="506024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comes here</a:t>
            </a:r>
          </a:p>
        </p:txBody>
      </p:sp>
    </p:spTree>
    <p:extLst>
      <p:ext uri="{BB962C8B-B14F-4D97-AF65-F5344CB8AC3E}">
        <p14:creationId xmlns:p14="http://schemas.microsoft.com/office/powerpoint/2010/main" val="363331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053636"/>
            <a:ext cx="11283436" cy="4413425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001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573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anose="05000000000000000000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322555"/>
            <a:ext cx="1128343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A1F44A2-AF58-FD45-BAE8-1FCA99894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4BE077-8AD2-1243-AB99-5ACBE20F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BEB36A-D666-2046-9FF8-117632B00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62113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11283436" cy="40066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001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57350" indent="-285750">
              <a:buClr>
                <a:schemeClr val="tx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anose="05000000000000000000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6" y="1617985"/>
            <a:ext cx="11283437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8A1F44A2-AF58-FD45-BAE8-1FCA99894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94BE077-8AD2-1243-AB99-5ACBE20F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3B9E8B2-0DF8-E249-B957-32C5BB3F5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BEB36A-D666-2046-9FF8-117632B00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4656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y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6C19476-94A3-244C-8D97-D5FF6AFE8022}"/>
              </a:ext>
            </a:extLst>
          </p:cNvPr>
          <p:cNvSpPr/>
          <p:nvPr userDrawn="1"/>
        </p:nvSpPr>
        <p:spPr>
          <a:xfrm>
            <a:off x="-12387" y="1129358"/>
            <a:ext cx="4479237" cy="5728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79CE-3FE0-E64E-9824-26405FC3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31" y="1617985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3487024" cy="35770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Clr>
                <a:schemeClr val="accent2"/>
              </a:buClr>
              <a:buFont typeface="Wingdings" pitchFamily="2" charset="2"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Clr>
                <a:schemeClr val="tx2"/>
              </a:buClr>
              <a:buFont typeface="Wingdings" pitchFamily="2" charset="2"/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Clr>
                <a:schemeClr val="tx2"/>
              </a:buClr>
              <a:buFont typeface="Wingdings" pitchFamily="2" charset="2"/>
              <a:buNone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Clr>
                <a:schemeClr val="tx2"/>
              </a:buClr>
              <a:buFont typeface="Wingdings" pitchFamily="2" charset="2"/>
              <a:buNone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7" y="1617985"/>
            <a:ext cx="3518628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6543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y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6C19476-94A3-244C-8D97-D5FF6AFE8022}"/>
              </a:ext>
            </a:extLst>
          </p:cNvPr>
          <p:cNvSpPr/>
          <p:nvPr userDrawn="1"/>
        </p:nvSpPr>
        <p:spPr>
          <a:xfrm>
            <a:off x="-12387" y="1129358"/>
            <a:ext cx="4479237" cy="57286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21">
            <a:extLst>
              <a:ext uri="{FF2B5EF4-FFF2-40B4-BE49-F238E27FC236}">
                <a16:creationId xmlns:a16="http://schemas.microsoft.com/office/drawing/2014/main" id="{E0533923-77CF-0247-8004-B4E4E0298FCC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52B22-5C7F-C242-99D8-89CDB6CB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379CE-3FE0-E64E-9824-26405FC3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31" y="1617985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3AB664-4186-E94C-B202-CD332B4CF0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97747" y="2299549"/>
            <a:ext cx="3487024" cy="357705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Font typeface="Wingdings" pitchFamily="2" charset="2"/>
              <a:buNone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Clr>
                <a:schemeClr val="accent2"/>
              </a:buClr>
              <a:buFont typeface="Wingdings" pitchFamily="2" charset="2"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Clr>
                <a:schemeClr val="tx2"/>
              </a:buClr>
              <a:buFont typeface="Wingdings" pitchFamily="2" charset="2"/>
              <a:buNone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Clr>
                <a:schemeClr val="tx2"/>
              </a:buClr>
              <a:buFont typeface="Wingdings" pitchFamily="2" charset="2"/>
              <a:buNone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>
              <a:buClr>
                <a:schemeClr val="tx2"/>
              </a:buClr>
              <a:buFont typeface="Wingdings" pitchFamily="2" charset="2"/>
              <a:buNone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0E1F4-9E51-624B-BD35-F1F54E14CD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747" y="1617985"/>
            <a:ext cx="3518628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D757E4B-4773-7142-A6DE-2C84E9FDC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2EAC5AFC-6807-1C4B-9198-34903211A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B2BE935-F494-0348-892D-58861E118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891738-4743-BB44-875A-C73BECF106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7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 - no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9165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7163" y="1128713"/>
            <a:ext cx="4414837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0FC26E-B383-1941-80C0-77A18906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34" y="2279060"/>
            <a:ext cx="6651322" cy="3940765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itchFamily="2" charset="2"/>
              <a:buChar char="§"/>
              <a:defRPr sz="20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itchFamily="2" charset="2"/>
              <a:buChar char="§"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itchFamily="2" charset="2"/>
              <a:buChar char="§"/>
              <a:defRPr sz="16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itchFamily="2" charset="2"/>
              <a:buChar char="§"/>
              <a:defRPr sz="14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00250" indent="-171450">
              <a:buClr>
                <a:schemeClr val="tx2"/>
              </a:buClr>
              <a:buFont typeface="Wingdings" pitchFamily="2" charset="2"/>
              <a:buChar char="§"/>
              <a:defRPr sz="11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BB880C4-D7F5-F047-8EE0-E7C7E4A84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434" y="1617985"/>
            <a:ext cx="6651322" cy="53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4C4ABDAE-8035-F047-9B5B-CC4FC5D95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A7862465-7B58-CD44-91C4-64B602F90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A62EBC71-2123-614A-BC80-C7CEF0EAE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9657001-3043-BE47-954E-F29015EA78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8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 - no logo/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278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3" name="Rechthoek 21">
            <a:extLst>
              <a:ext uri="{FF2B5EF4-FFF2-40B4-BE49-F238E27FC236}">
                <a16:creationId xmlns:a16="http://schemas.microsoft.com/office/drawing/2014/main" id="{99E34673-2EFC-0948-9D80-B5B948576A2E}"/>
              </a:ext>
            </a:extLst>
          </p:cNvPr>
          <p:cNvSpPr/>
          <p:nvPr userDrawn="1"/>
        </p:nvSpPr>
        <p:spPr>
          <a:xfrm>
            <a:off x="-374" y="1065858"/>
            <a:ext cx="1219181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A6DBA2-B718-264B-946A-57683BBB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13E0B7-C6A3-B44E-A406-413BAE3E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B5F401-F70C-9441-A056-9FFA70D9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FA319-DCF3-044C-9116-DC0E22E18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5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creen Picture - logo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28713"/>
            <a:ext cx="12192000" cy="572928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A90CCD-CB30-E542-8265-3A1E51EC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602"/>
            <a:ext cx="12191440" cy="701731"/>
          </a:xfrm>
          <a:prstGeom prst="rect">
            <a:avLst/>
          </a:prstGeom>
        </p:spPr>
        <p:txBody>
          <a:bodyPr wrap="square" anchor="ctr" anchorCtr="1">
            <a:normAutofit/>
          </a:bodyPr>
          <a:lstStyle>
            <a:lvl1pPr>
              <a:defRPr sz="3200" b="1" i="0" cap="none" spc="0">
                <a:ln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A6DBA2-B718-264B-946A-57683BBB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748" y="6356350"/>
            <a:ext cx="1348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13E0B7-C6A3-B44E-A406-413BAE3E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6346" y="6356350"/>
            <a:ext cx="8967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Company Confidential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B5F401-F70C-9441-A056-9FFA70D9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3411" y="6606281"/>
            <a:ext cx="878589" cy="265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A760-7765-8C4C-8CCA-719629CA92E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3FA319-DCF3-044C-9116-DC0E22E189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1835" y="6386996"/>
            <a:ext cx="926407" cy="2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0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2402EE-E0C7-084D-A848-AB870A20A5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27626" y="1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DD868F8-29E6-6145-9D0D-AE7071344FC0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0" y="0"/>
            <a:ext cx="4064374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Bosis for Agfa Light" panose="020B0304030504040204" pitchFamily="34" charset="77"/>
              </a:defRPr>
            </a:lvl1pPr>
          </a:lstStyle>
          <a:p>
            <a:r>
              <a:rPr lang="en-US" b="0" i="0" dirty="0">
                <a:latin typeface="Bosis for Agfa Light" panose="020B0304030504040204" pitchFamily="34" charset="77"/>
              </a:rPr>
              <a:t>select a picture</a:t>
            </a:r>
            <a:endParaRPr lang="en-US" dirty="0"/>
          </a:p>
        </p:txBody>
      </p:sp>
      <p:sp>
        <p:nvSpPr>
          <p:cNvPr id="12" name="Rechthoek 21">
            <a:extLst>
              <a:ext uri="{FF2B5EF4-FFF2-40B4-BE49-F238E27FC236}">
                <a16:creationId xmlns:a16="http://schemas.microsoft.com/office/drawing/2014/main" id="{2CE6F70E-00BA-6F4B-989A-580C6B51B1B9}"/>
              </a:ext>
            </a:extLst>
          </p:cNvPr>
          <p:cNvSpPr/>
          <p:nvPr userDrawn="1"/>
        </p:nvSpPr>
        <p:spPr>
          <a:xfrm>
            <a:off x="4063813" y="6716109"/>
            <a:ext cx="4063813" cy="141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F78665-6AF6-254A-A352-A129B860D7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3252" y="3929554"/>
            <a:ext cx="4064374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>
                <a:solidFill>
                  <a:schemeClr val="tx2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3A57844-0176-3444-9B4B-10303297A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3252" y="2971800"/>
            <a:ext cx="4063812" cy="9144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accent1"/>
                </a:solidFill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</a:defRPr>
            </a:lvl2pPr>
            <a:lvl3pPr marL="914400" indent="0">
              <a:buNone/>
              <a:defRPr b="1">
                <a:solidFill>
                  <a:schemeClr val="accent1"/>
                </a:solidFill>
              </a:defRPr>
            </a:lvl3pPr>
            <a:lvl4pPr marL="1371600" indent="0">
              <a:buNone/>
              <a:defRPr b="1">
                <a:solidFill>
                  <a:schemeClr val="accent1"/>
                </a:solidFill>
              </a:defRPr>
            </a:lvl4pPr>
            <a:lvl5pPr marL="1828800" indent="0">
              <a:buNone/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997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0201159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65.xml"/><Relationship Id="rId50" Type="http://schemas.openxmlformats.org/officeDocument/2006/relationships/slideLayout" Target="../slideLayouts/slideLayout68.xml"/><Relationship Id="rId55" Type="http://schemas.openxmlformats.org/officeDocument/2006/relationships/slideLayout" Target="../slideLayouts/slideLayout73.xml"/><Relationship Id="rId63" Type="http://schemas.openxmlformats.org/officeDocument/2006/relationships/slideLayout" Target="../slideLayouts/slideLayout81.xml"/><Relationship Id="rId68" Type="http://schemas.openxmlformats.org/officeDocument/2006/relationships/slideLayout" Target="../slideLayouts/slideLayout86.xml"/><Relationship Id="rId7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25.xml"/><Relationship Id="rId7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63.xml"/><Relationship Id="rId53" Type="http://schemas.openxmlformats.org/officeDocument/2006/relationships/slideLayout" Target="../slideLayouts/slideLayout71.xml"/><Relationship Id="rId58" Type="http://schemas.openxmlformats.org/officeDocument/2006/relationships/slideLayout" Target="../slideLayouts/slideLayout76.xml"/><Relationship Id="rId66" Type="http://schemas.openxmlformats.org/officeDocument/2006/relationships/slideLayout" Target="../slideLayouts/slideLayout84.xml"/><Relationship Id="rId74" Type="http://schemas.openxmlformats.org/officeDocument/2006/relationships/slideLayout" Target="../slideLayouts/slideLayout92.xml"/><Relationship Id="rId79" Type="http://schemas.openxmlformats.org/officeDocument/2006/relationships/slideLayout" Target="../slideLayouts/slideLayout97.xml"/><Relationship Id="rId5" Type="http://schemas.openxmlformats.org/officeDocument/2006/relationships/slideLayout" Target="../slideLayouts/slideLayout23.xml"/><Relationship Id="rId61" Type="http://schemas.openxmlformats.org/officeDocument/2006/relationships/slideLayout" Target="../slideLayouts/slideLayout79.xml"/><Relationship Id="rId82" Type="http://schemas.openxmlformats.org/officeDocument/2006/relationships/oleObject" Target="../embeddings/oleObject2.bin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4" Type="http://schemas.openxmlformats.org/officeDocument/2006/relationships/slideLayout" Target="../slideLayouts/slideLayout62.xml"/><Relationship Id="rId52" Type="http://schemas.openxmlformats.org/officeDocument/2006/relationships/slideLayout" Target="../slideLayouts/slideLayout70.xml"/><Relationship Id="rId60" Type="http://schemas.openxmlformats.org/officeDocument/2006/relationships/slideLayout" Target="../slideLayouts/slideLayout78.xml"/><Relationship Id="rId65" Type="http://schemas.openxmlformats.org/officeDocument/2006/relationships/slideLayout" Target="../slideLayouts/slideLayout83.xml"/><Relationship Id="rId73" Type="http://schemas.openxmlformats.org/officeDocument/2006/relationships/slideLayout" Target="../slideLayouts/slideLayout91.xml"/><Relationship Id="rId78" Type="http://schemas.openxmlformats.org/officeDocument/2006/relationships/slideLayout" Target="../slideLayouts/slideLayout96.xml"/><Relationship Id="rId81" Type="http://schemas.openxmlformats.org/officeDocument/2006/relationships/tags" Target="../tags/tag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61.xml"/><Relationship Id="rId48" Type="http://schemas.openxmlformats.org/officeDocument/2006/relationships/slideLayout" Target="../slideLayouts/slideLayout66.xml"/><Relationship Id="rId56" Type="http://schemas.openxmlformats.org/officeDocument/2006/relationships/slideLayout" Target="../slideLayouts/slideLayout74.xml"/><Relationship Id="rId64" Type="http://schemas.openxmlformats.org/officeDocument/2006/relationships/slideLayout" Target="../slideLayouts/slideLayout82.xml"/><Relationship Id="rId69" Type="http://schemas.openxmlformats.org/officeDocument/2006/relationships/slideLayout" Target="../slideLayouts/slideLayout87.xml"/><Relationship Id="rId7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26.xml"/><Relationship Id="rId51" Type="http://schemas.openxmlformats.org/officeDocument/2006/relationships/slideLayout" Target="../slideLayouts/slideLayout69.xml"/><Relationship Id="rId72" Type="http://schemas.openxmlformats.org/officeDocument/2006/relationships/slideLayout" Target="../slideLayouts/slideLayout90.xml"/><Relationship Id="rId80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64.xml"/><Relationship Id="rId59" Type="http://schemas.openxmlformats.org/officeDocument/2006/relationships/slideLayout" Target="../slideLayouts/slideLayout77.xml"/><Relationship Id="rId67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59.xml"/><Relationship Id="rId54" Type="http://schemas.openxmlformats.org/officeDocument/2006/relationships/slideLayout" Target="../slideLayouts/slideLayout72.xml"/><Relationship Id="rId62" Type="http://schemas.openxmlformats.org/officeDocument/2006/relationships/slideLayout" Target="../slideLayouts/slideLayout80.xml"/><Relationship Id="rId70" Type="http://schemas.openxmlformats.org/officeDocument/2006/relationships/slideLayout" Target="../slideLayouts/slideLayout88.xml"/><Relationship Id="rId75" Type="http://schemas.openxmlformats.org/officeDocument/2006/relationships/slideLayout" Target="../slideLayouts/slideLayout93.xml"/><Relationship Id="rId83" Type="http://schemas.openxmlformats.org/officeDocument/2006/relationships/image" Target="../media/image1.emf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49" Type="http://schemas.openxmlformats.org/officeDocument/2006/relationships/slideLayout" Target="../slideLayouts/slideLayout67.xml"/><Relationship Id="rId57" Type="http://schemas.openxmlformats.org/officeDocument/2006/relationships/slideLayout" Target="../slideLayouts/slideLayout7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123.xml"/><Relationship Id="rId39" Type="http://schemas.openxmlformats.org/officeDocument/2006/relationships/slideLayout" Target="../slideLayouts/slideLayout136.xml"/><Relationship Id="rId21" Type="http://schemas.openxmlformats.org/officeDocument/2006/relationships/slideLayout" Target="../slideLayouts/slideLayout118.xml"/><Relationship Id="rId34" Type="http://schemas.openxmlformats.org/officeDocument/2006/relationships/slideLayout" Target="../slideLayouts/slideLayout131.xml"/><Relationship Id="rId42" Type="http://schemas.openxmlformats.org/officeDocument/2006/relationships/slideLayout" Target="../slideLayouts/slideLayout139.xml"/><Relationship Id="rId47" Type="http://schemas.openxmlformats.org/officeDocument/2006/relationships/slideLayout" Target="../slideLayouts/slideLayout144.xml"/><Relationship Id="rId50" Type="http://schemas.openxmlformats.org/officeDocument/2006/relationships/slideLayout" Target="../slideLayouts/slideLayout147.xml"/><Relationship Id="rId55" Type="http://schemas.openxmlformats.org/officeDocument/2006/relationships/slideLayout" Target="../slideLayouts/slideLayout152.xml"/><Relationship Id="rId63" Type="http://schemas.openxmlformats.org/officeDocument/2006/relationships/slideLayout" Target="../slideLayouts/slideLayout160.xml"/><Relationship Id="rId68" Type="http://schemas.openxmlformats.org/officeDocument/2006/relationships/slideLayout" Target="../slideLayouts/slideLayout165.xml"/><Relationship Id="rId7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04.xml"/><Relationship Id="rId71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13.xml"/><Relationship Id="rId29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08.xml"/><Relationship Id="rId24" Type="http://schemas.openxmlformats.org/officeDocument/2006/relationships/slideLayout" Target="../slideLayouts/slideLayout121.xml"/><Relationship Id="rId32" Type="http://schemas.openxmlformats.org/officeDocument/2006/relationships/slideLayout" Target="../slideLayouts/slideLayout129.xml"/><Relationship Id="rId37" Type="http://schemas.openxmlformats.org/officeDocument/2006/relationships/slideLayout" Target="../slideLayouts/slideLayout134.xml"/><Relationship Id="rId40" Type="http://schemas.openxmlformats.org/officeDocument/2006/relationships/slideLayout" Target="../slideLayouts/slideLayout137.xml"/><Relationship Id="rId45" Type="http://schemas.openxmlformats.org/officeDocument/2006/relationships/slideLayout" Target="../slideLayouts/slideLayout142.xml"/><Relationship Id="rId53" Type="http://schemas.openxmlformats.org/officeDocument/2006/relationships/slideLayout" Target="../slideLayouts/slideLayout150.xml"/><Relationship Id="rId58" Type="http://schemas.openxmlformats.org/officeDocument/2006/relationships/slideLayout" Target="../slideLayouts/slideLayout155.xml"/><Relationship Id="rId66" Type="http://schemas.openxmlformats.org/officeDocument/2006/relationships/slideLayout" Target="../slideLayouts/slideLayout163.xml"/><Relationship Id="rId74" Type="http://schemas.openxmlformats.org/officeDocument/2006/relationships/slideLayout" Target="../slideLayouts/slideLayout171.xml"/><Relationship Id="rId79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02.xml"/><Relationship Id="rId61" Type="http://schemas.openxmlformats.org/officeDocument/2006/relationships/slideLayout" Target="../slideLayouts/slideLayout158.xml"/><Relationship Id="rId82" Type="http://schemas.openxmlformats.org/officeDocument/2006/relationships/oleObject" Target="../embeddings/oleObject7.bin"/><Relationship Id="rId10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16.xml"/><Relationship Id="rId31" Type="http://schemas.openxmlformats.org/officeDocument/2006/relationships/slideLayout" Target="../slideLayouts/slideLayout128.xml"/><Relationship Id="rId44" Type="http://schemas.openxmlformats.org/officeDocument/2006/relationships/slideLayout" Target="../slideLayouts/slideLayout141.xml"/><Relationship Id="rId52" Type="http://schemas.openxmlformats.org/officeDocument/2006/relationships/slideLayout" Target="../slideLayouts/slideLayout149.xml"/><Relationship Id="rId60" Type="http://schemas.openxmlformats.org/officeDocument/2006/relationships/slideLayout" Target="../slideLayouts/slideLayout157.xml"/><Relationship Id="rId65" Type="http://schemas.openxmlformats.org/officeDocument/2006/relationships/slideLayout" Target="../slideLayouts/slideLayout162.xml"/><Relationship Id="rId73" Type="http://schemas.openxmlformats.org/officeDocument/2006/relationships/slideLayout" Target="../slideLayouts/slideLayout170.xml"/><Relationship Id="rId78" Type="http://schemas.openxmlformats.org/officeDocument/2006/relationships/slideLayout" Target="../slideLayouts/slideLayout175.xml"/><Relationship Id="rId81" Type="http://schemas.openxmlformats.org/officeDocument/2006/relationships/tags" Target="../tags/tag9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24.xml"/><Relationship Id="rId30" Type="http://schemas.openxmlformats.org/officeDocument/2006/relationships/slideLayout" Target="../slideLayouts/slideLayout127.xml"/><Relationship Id="rId35" Type="http://schemas.openxmlformats.org/officeDocument/2006/relationships/slideLayout" Target="../slideLayouts/slideLayout132.xml"/><Relationship Id="rId43" Type="http://schemas.openxmlformats.org/officeDocument/2006/relationships/slideLayout" Target="../slideLayouts/slideLayout140.xml"/><Relationship Id="rId48" Type="http://schemas.openxmlformats.org/officeDocument/2006/relationships/slideLayout" Target="../slideLayouts/slideLayout145.xml"/><Relationship Id="rId56" Type="http://schemas.openxmlformats.org/officeDocument/2006/relationships/slideLayout" Target="../slideLayouts/slideLayout153.xml"/><Relationship Id="rId64" Type="http://schemas.openxmlformats.org/officeDocument/2006/relationships/slideLayout" Target="../slideLayouts/slideLayout161.xml"/><Relationship Id="rId69" Type="http://schemas.openxmlformats.org/officeDocument/2006/relationships/slideLayout" Target="../slideLayouts/slideLayout166.xml"/><Relationship Id="rId7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05.xml"/><Relationship Id="rId51" Type="http://schemas.openxmlformats.org/officeDocument/2006/relationships/slideLayout" Target="../slideLayouts/slideLayout148.xml"/><Relationship Id="rId72" Type="http://schemas.openxmlformats.org/officeDocument/2006/relationships/slideLayout" Target="../slideLayouts/slideLayout169.xml"/><Relationship Id="rId80" Type="http://schemas.openxmlformats.org/officeDocument/2006/relationships/theme" Target="../theme/theme4.xml"/><Relationship Id="rId3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22.xml"/><Relationship Id="rId33" Type="http://schemas.openxmlformats.org/officeDocument/2006/relationships/slideLayout" Target="../slideLayouts/slideLayout130.xml"/><Relationship Id="rId38" Type="http://schemas.openxmlformats.org/officeDocument/2006/relationships/slideLayout" Target="../slideLayouts/slideLayout135.xml"/><Relationship Id="rId46" Type="http://schemas.openxmlformats.org/officeDocument/2006/relationships/slideLayout" Target="../slideLayouts/slideLayout143.xml"/><Relationship Id="rId59" Type="http://schemas.openxmlformats.org/officeDocument/2006/relationships/slideLayout" Target="../slideLayouts/slideLayout156.xml"/><Relationship Id="rId67" Type="http://schemas.openxmlformats.org/officeDocument/2006/relationships/slideLayout" Target="../slideLayouts/slideLayout164.xml"/><Relationship Id="rId20" Type="http://schemas.openxmlformats.org/officeDocument/2006/relationships/slideLayout" Target="../slideLayouts/slideLayout117.xml"/><Relationship Id="rId41" Type="http://schemas.openxmlformats.org/officeDocument/2006/relationships/slideLayout" Target="../slideLayouts/slideLayout138.xml"/><Relationship Id="rId54" Type="http://schemas.openxmlformats.org/officeDocument/2006/relationships/slideLayout" Target="../slideLayouts/slideLayout151.xml"/><Relationship Id="rId62" Type="http://schemas.openxmlformats.org/officeDocument/2006/relationships/slideLayout" Target="../slideLayouts/slideLayout159.xml"/><Relationship Id="rId70" Type="http://schemas.openxmlformats.org/officeDocument/2006/relationships/slideLayout" Target="../slideLayouts/slideLayout167.xml"/><Relationship Id="rId75" Type="http://schemas.openxmlformats.org/officeDocument/2006/relationships/slideLayout" Target="../slideLayouts/slideLayout172.xml"/><Relationship Id="rId83" Type="http://schemas.openxmlformats.org/officeDocument/2006/relationships/image" Target="../media/image1.emf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125.xml"/><Relationship Id="rId36" Type="http://schemas.openxmlformats.org/officeDocument/2006/relationships/slideLayout" Target="../slideLayouts/slideLayout133.xml"/><Relationship Id="rId49" Type="http://schemas.openxmlformats.org/officeDocument/2006/relationships/slideLayout" Target="../slideLayouts/slideLayout146.xml"/><Relationship Id="rId57" Type="http://schemas.openxmlformats.org/officeDocument/2006/relationships/slideLayout" Target="../slideLayouts/slideLayout15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5.xml"/><Relationship Id="rId2" Type="http://schemas.openxmlformats.org/officeDocument/2006/relationships/slideLayout" Target="../slideLayouts/slideLayout185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88.xml"/><Relationship Id="rId15" Type="http://schemas.openxmlformats.org/officeDocument/2006/relationships/oleObject" Target="../embeddings/oleObject13.bin"/><Relationship Id="rId10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92.xml"/><Relationship Id="rId14" Type="http://schemas.openxmlformats.org/officeDocument/2006/relationships/tags" Target="../tags/tag1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197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0.xml"/><Relationship Id="rId15" Type="http://schemas.openxmlformats.org/officeDocument/2006/relationships/oleObject" Target="../embeddings/oleObject13.bin"/><Relationship Id="rId10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4.xml"/><Relationship Id="rId14" Type="http://schemas.openxmlformats.org/officeDocument/2006/relationships/tags" Target="../tags/tag1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09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13.xml"/><Relationship Id="rId11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2.xml"/><Relationship Id="rId15" Type="http://schemas.openxmlformats.org/officeDocument/2006/relationships/oleObject" Target="../embeddings/oleObject13.bin"/><Relationship Id="rId10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6.xml"/><Relationship Id="rId14" Type="http://schemas.openxmlformats.org/officeDocument/2006/relationships/tags" Target="../tags/tag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5658244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6" progId="TCLayout.ActiveDocument.1">
                  <p:embed/>
                </p:oleObj>
              </mc:Choice>
              <mc:Fallback>
                <p:oleObj name="think-cell Slide" r:id="rId14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340EE-19B5-4EDA-A35B-C0715725A7C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EE961-CA25-4434-B91E-05329B3CF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3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204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914229" rtl="0" eaLnBrk="1" latinLnBrk="0" hangingPunct="1">
        <a:lnSpc>
          <a:spcPct val="90000"/>
        </a:lnSpc>
        <a:spcBef>
          <a:spcPct val="0"/>
        </a:spcBef>
        <a:buNone/>
        <a:defRPr sz="4399" b="1" kern="1200">
          <a:solidFill>
            <a:srgbClr val="381639"/>
          </a:solidFill>
          <a:latin typeface="+mn-lt"/>
          <a:ea typeface="+mj-ea"/>
          <a:cs typeface="+mj-cs"/>
        </a:defRPr>
      </a:lvl1pPr>
    </p:titleStyle>
    <p:bodyStyle>
      <a:lvl1pPr marL="228557" indent="-228557" algn="l" defTabSz="91422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rgbClr val="381639"/>
          </a:solidFill>
          <a:latin typeface="Constantia" panose="02030602050306030303" pitchFamily="18" charset="0"/>
          <a:ea typeface="+mn-ea"/>
          <a:cs typeface="+mn-cs"/>
        </a:defRPr>
      </a:lvl1pPr>
      <a:lvl2pPr marL="685671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81639"/>
          </a:solidFill>
          <a:latin typeface="Constantia" panose="02030602050306030303" pitchFamily="18" charset="0"/>
          <a:ea typeface="+mn-ea"/>
          <a:cs typeface="+mn-cs"/>
        </a:defRPr>
      </a:lvl2pPr>
      <a:lvl3pPr marL="1142786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81639"/>
          </a:solidFill>
          <a:latin typeface="Constantia" panose="02030602050306030303" pitchFamily="18" charset="0"/>
          <a:ea typeface="+mn-ea"/>
          <a:cs typeface="+mn-cs"/>
        </a:defRPr>
      </a:lvl3pPr>
      <a:lvl4pPr marL="1599900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1639"/>
          </a:solidFill>
          <a:latin typeface="Constantia" panose="02030602050306030303" pitchFamily="18" charset="0"/>
          <a:ea typeface="+mn-ea"/>
          <a:cs typeface="+mn-cs"/>
        </a:defRPr>
      </a:lvl4pPr>
      <a:lvl5pPr marL="2057014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1639"/>
          </a:solidFill>
          <a:latin typeface="Constantia" panose="02030602050306030303" pitchFamily="18" charset="0"/>
          <a:ea typeface="+mn-ea"/>
          <a:cs typeface="+mn-cs"/>
        </a:defRPr>
      </a:lvl5pPr>
      <a:lvl6pPr marL="2514129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43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57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71" indent="-228557" algn="l" defTabSz="9142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4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9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43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57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71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86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00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14" algn="l" defTabSz="91422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0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68">
          <p15:clr>
            <a:srgbClr val="F26B43"/>
          </p15:clr>
        </p15:guide>
        <p15:guide id="4" orient="horz" pos="29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8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2" imgW="473" imgH="476" progId="TCLayout.ActiveDocument.1">
                  <p:embed/>
                </p:oleObj>
              </mc:Choice>
              <mc:Fallback>
                <p:oleObj name="think-cell Slide" r:id="rId82" imgW="473" imgH="47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63953"/>
            <a:ext cx="10972801" cy="5062212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1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  <p:sldLayoutId id="2147483710" r:id="rId42"/>
    <p:sldLayoutId id="2147483711" r:id="rId43"/>
    <p:sldLayoutId id="2147483712" r:id="rId44"/>
    <p:sldLayoutId id="2147483713" r:id="rId45"/>
    <p:sldLayoutId id="2147483714" r:id="rId46"/>
    <p:sldLayoutId id="2147483715" r:id="rId47"/>
    <p:sldLayoutId id="2147483716" r:id="rId48"/>
    <p:sldLayoutId id="2147483717" r:id="rId49"/>
    <p:sldLayoutId id="2147483718" r:id="rId50"/>
    <p:sldLayoutId id="2147483719" r:id="rId51"/>
    <p:sldLayoutId id="2147483720" r:id="rId52"/>
    <p:sldLayoutId id="2147483721" r:id="rId53"/>
    <p:sldLayoutId id="2147483722" r:id="rId54"/>
    <p:sldLayoutId id="2147483723" r:id="rId55"/>
    <p:sldLayoutId id="2147483724" r:id="rId56"/>
    <p:sldLayoutId id="2147483725" r:id="rId57"/>
    <p:sldLayoutId id="2147483726" r:id="rId58"/>
    <p:sldLayoutId id="2147483727" r:id="rId59"/>
    <p:sldLayoutId id="2147483728" r:id="rId60"/>
    <p:sldLayoutId id="2147483729" r:id="rId61"/>
    <p:sldLayoutId id="2147483730" r:id="rId62"/>
    <p:sldLayoutId id="2147483731" r:id="rId63"/>
    <p:sldLayoutId id="2147483732" r:id="rId64"/>
    <p:sldLayoutId id="2147483733" r:id="rId65"/>
    <p:sldLayoutId id="2147483734" r:id="rId66"/>
    <p:sldLayoutId id="2147483735" r:id="rId67"/>
    <p:sldLayoutId id="2147483736" r:id="rId68"/>
    <p:sldLayoutId id="2147483737" r:id="rId69"/>
    <p:sldLayoutId id="2147483738" r:id="rId70"/>
    <p:sldLayoutId id="2147483739" r:id="rId71"/>
    <p:sldLayoutId id="2147483740" r:id="rId72"/>
    <p:sldLayoutId id="2147483741" r:id="rId73"/>
    <p:sldLayoutId id="2147483742" r:id="rId74"/>
    <p:sldLayoutId id="2147483743" r:id="rId75"/>
    <p:sldLayoutId id="2147483744" r:id="rId76"/>
    <p:sldLayoutId id="2147483745" r:id="rId77"/>
    <p:sldLayoutId id="2147483746" r:id="rId78"/>
    <p:sldLayoutId id="2147483747" r:id="rId79"/>
  </p:sldLayoutIdLst>
  <p:hf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Bosis for Agfa Bold" panose="020B0804030504040204" pitchFamily="34" charset="0"/>
          <a:ea typeface="Bosis for Agfa Bold" panose="020B0804030504040204" pitchFamily="34" charset="0"/>
          <a:cs typeface="Bosis for Agfa Bold" panose="020B0804030504040204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8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2" imgW="473" imgH="476" progId="TCLayout.ActiveDocument.1">
                  <p:embed/>
                </p:oleObj>
              </mc:Choice>
              <mc:Fallback>
                <p:oleObj name="think-cell Slide" r:id="rId82" imgW="473" imgH="47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53" y="301429"/>
            <a:ext cx="10983348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63953"/>
            <a:ext cx="10972801" cy="5062212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37872" y="6191431"/>
            <a:ext cx="444528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09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  <p:sldLayoutId id="2147483802" r:id="rId53"/>
    <p:sldLayoutId id="2147483803" r:id="rId54"/>
    <p:sldLayoutId id="2147483804" r:id="rId55"/>
    <p:sldLayoutId id="2147483805" r:id="rId56"/>
    <p:sldLayoutId id="2147483806" r:id="rId57"/>
    <p:sldLayoutId id="2147483807" r:id="rId58"/>
    <p:sldLayoutId id="2147483808" r:id="rId59"/>
    <p:sldLayoutId id="2147483809" r:id="rId60"/>
    <p:sldLayoutId id="2147483810" r:id="rId61"/>
    <p:sldLayoutId id="2147483811" r:id="rId62"/>
    <p:sldLayoutId id="2147483812" r:id="rId63"/>
    <p:sldLayoutId id="2147483813" r:id="rId64"/>
    <p:sldLayoutId id="2147483814" r:id="rId65"/>
    <p:sldLayoutId id="2147483815" r:id="rId66"/>
    <p:sldLayoutId id="2147483816" r:id="rId67"/>
    <p:sldLayoutId id="2147483817" r:id="rId68"/>
    <p:sldLayoutId id="2147483818" r:id="rId69"/>
    <p:sldLayoutId id="2147483819" r:id="rId70"/>
    <p:sldLayoutId id="2147483820" r:id="rId71"/>
    <p:sldLayoutId id="2147483821" r:id="rId72"/>
    <p:sldLayoutId id="2147483822" r:id="rId73"/>
    <p:sldLayoutId id="2147483823" r:id="rId74"/>
    <p:sldLayoutId id="2147483824" r:id="rId75"/>
    <p:sldLayoutId id="2147483825" r:id="rId76"/>
    <p:sldLayoutId id="2147483826" r:id="rId77"/>
    <p:sldLayoutId id="2147483827" r:id="rId78"/>
    <p:sldLayoutId id="2147483828" r:id="rId79"/>
  </p:sldLayoutIdLst>
  <p:hf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Bosis for Agfa Bold" panose="020B0804030504040204" pitchFamily="34" charset="0"/>
          <a:ea typeface="Bosis for Agfa Bold" panose="020B0804030504040204" pitchFamily="34" charset="0"/>
          <a:cs typeface="Bosis for Agfa Bold" panose="020B0804030504040204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Bosis for Agfa Medium" panose="020B0504030504040204" pitchFamily="34" charset="0"/>
          <a:ea typeface="Bosis for Agfa Medium" panose="020B0504030504040204" pitchFamily="34" charset="0"/>
          <a:cs typeface="Bosis for Agfa Medium" panose="020B050403050404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7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7427587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95" imgH="396" progId="TCLayout.ActiveDocument.1">
                  <p:embed/>
                </p:oleObj>
              </mc:Choice>
              <mc:Fallback>
                <p:oleObj name="think-cell Slide" r:id="rId15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7805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325083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95" imgH="396" progId="TCLayout.ActiveDocument.1">
                  <p:embed/>
                </p:oleObj>
              </mc:Choice>
              <mc:Fallback>
                <p:oleObj name="think-cell Slide" r:id="rId15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106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70849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95" imgH="396" progId="TCLayout.ActiveDocument.1">
                  <p:embed/>
                </p:oleObj>
              </mc:Choice>
              <mc:Fallback>
                <p:oleObj name="think-cell Slide" r:id="rId15" imgW="395" imgH="3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15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3836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36" y="192505"/>
            <a:ext cx="11777834" cy="616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8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SalesOne</a:t>
            </a:r>
            <a:r>
              <a:rPr lang="en-US" dirty="0"/>
              <a:t> &amp; Sofon Interconnectivity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2022.06.09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Jo-Mei Hsiao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Global Business Process Manager OG – Data Analyst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Radiology Solutions</a:t>
            </a:r>
          </a:p>
        </p:txBody>
      </p:sp>
    </p:spTree>
    <p:extLst>
      <p:ext uri="{BB962C8B-B14F-4D97-AF65-F5344CB8AC3E}">
        <p14:creationId xmlns:p14="http://schemas.microsoft.com/office/powerpoint/2010/main" val="13678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E0A7EB-01D5-49FC-B142-E2CFEFD7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SalesOne</a:t>
            </a:r>
            <a:r>
              <a:rPr lang="en-US" dirty="0"/>
              <a:t> &amp; Sofon Interconnectivity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FB10-2DFC-4E39-B956-57FF699CFA9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FB2D2-F696-4B9C-8E31-96230E45A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Company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5A5B-9B20-4252-9499-95776A8E2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10A760-7765-8C4C-8CCA-719629CA92E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4D02730B-4613-4BEE-B244-4341E48F9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890" y="4089450"/>
            <a:ext cx="1290638" cy="7302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3200" rIns="90000" bIns="432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400" b="1" i="1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Opportunity</a:t>
            </a:r>
            <a:b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</a:br>
            <a: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SalesOne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8F728270-07EB-439E-8FD8-8DEBEFBEB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316" y="4083100"/>
            <a:ext cx="1292225" cy="7302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3200" rIns="90000" bIns="432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400" b="1" i="1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Quotation</a:t>
            </a:r>
            <a:b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</a:br>
            <a: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Sofon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28084E5F-465B-4EE9-A712-D4982E5F27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7616" y="4457750"/>
            <a:ext cx="525463" cy="1588"/>
          </a:xfrm>
          <a:prstGeom prst="line">
            <a:avLst/>
          </a:prstGeom>
          <a:noFill/>
          <a:ln w="28575" cap="rnd">
            <a:solidFill>
              <a:schemeClr val="accent1">
                <a:lumMod val="75000"/>
              </a:schemeClr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3200" rIns="90000" bIns="432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0C12B2D8-B5FF-4E1D-A759-82467DB3C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212" y="2836890"/>
            <a:ext cx="2708275" cy="7302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3200" rIns="90000" bIns="432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400" b="1" i="1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Sales Funnel &amp; Forecast</a:t>
            </a:r>
            <a:b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</a:br>
            <a: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SAP-BI</a:t>
            </a: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75F6CCF1-24FD-4345-9FB7-6C8E3BC95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190" y="4064050"/>
            <a:ext cx="2708275" cy="7302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3200" rIns="90000" bIns="432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400" b="1" i="1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Sales Order</a:t>
            </a: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SAP ECC AP7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D84CE99A-23A0-4BF7-B409-203885D880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7053" y="4381893"/>
            <a:ext cx="592137" cy="15532"/>
          </a:xfrm>
          <a:prstGeom prst="line">
            <a:avLst/>
          </a:prstGeom>
          <a:noFill/>
          <a:ln w="28575" cap="rnd">
            <a:solidFill>
              <a:schemeClr val="accent1">
                <a:lumMod val="75000"/>
              </a:schemeClr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3200" rIns="90000" bIns="432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93AA9E34-A108-4A44-B1F9-8305B07B21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0629" y="4665713"/>
            <a:ext cx="415856" cy="682689"/>
          </a:xfrm>
          <a:prstGeom prst="line">
            <a:avLst/>
          </a:prstGeom>
          <a:noFill/>
          <a:ln w="28575" cap="rnd">
            <a:solidFill>
              <a:schemeClr val="accent1">
                <a:lumMod val="75000"/>
              </a:schemeClr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3200" rIns="90000" bIns="432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55449BAB-B826-43A7-B74D-793A3444F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6803" y="4832399"/>
            <a:ext cx="0" cy="565763"/>
          </a:xfrm>
          <a:prstGeom prst="line">
            <a:avLst/>
          </a:prstGeom>
          <a:noFill/>
          <a:ln w="28575" cap="rnd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3200" rIns="90000" bIns="432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35C502F-BCE0-46CB-830F-36D49309C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6553" y="5348403"/>
            <a:ext cx="730250" cy="0"/>
          </a:xfrm>
          <a:prstGeom prst="line">
            <a:avLst/>
          </a:prstGeom>
          <a:noFill/>
          <a:ln w="28575" cap="rnd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3200" rIns="90000" bIns="432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A133B1C0-EB02-4270-A25F-A769EE95D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153" y="2840348"/>
            <a:ext cx="1290638" cy="7318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000" tIns="43200" rIns="90000" bIns="432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400" b="1" i="1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Master Data</a:t>
            </a:r>
            <a:b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</a:br>
            <a:r>
              <a:rPr kumimoji="0" lang="en-US" altLang="nl-BE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SAP (Pricebook)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D3D4A076-E1D0-4B28-9A14-E21869C53A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6803" y="3572184"/>
            <a:ext cx="0" cy="491866"/>
          </a:xfrm>
          <a:prstGeom prst="line">
            <a:avLst/>
          </a:prstGeom>
          <a:noFill/>
          <a:ln w="28575" cap="rnd">
            <a:solidFill>
              <a:schemeClr val="accent1">
                <a:lumMod val="75000"/>
              </a:schemeClr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3200" rIns="90000" bIns="432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7FDBFFE-EF7E-4BE7-B2C8-D6B65920C925}"/>
              </a:ext>
            </a:extLst>
          </p:cNvPr>
          <p:cNvCxnSpPr>
            <a:stCxn id="7" idx="0"/>
            <a:endCxn id="10" idx="0"/>
          </p:cNvCxnSpPr>
          <p:nvPr/>
        </p:nvCxnSpPr>
        <p:spPr>
          <a:xfrm rot="5400000" flipH="1" flipV="1">
            <a:off x="4900999" y="1253100"/>
            <a:ext cx="1252560" cy="4420141"/>
          </a:xfrm>
          <a:prstGeom prst="bentConnector3">
            <a:avLst>
              <a:gd name="adj1" fmla="val 145068"/>
            </a:avLst>
          </a:prstGeom>
          <a:ln w="254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616402-3EB5-44C8-8921-2ABF2567AED7}"/>
              </a:ext>
            </a:extLst>
          </p:cNvPr>
          <p:cNvGrpSpPr/>
          <p:nvPr/>
        </p:nvGrpSpPr>
        <p:grpSpPr>
          <a:xfrm>
            <a:off x="4518153" y="2024319"/>
            <a:ext cx="1841486" cy="3705555"/>
            <a:chOff x="4518153" y="1623487"/>
            <a:chExt cx="1841486" cy="370555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7B2742-677F-4001-B61A-9626EEC6632E}"/>
                </a:ext>
              </a:extLst>
            </p:cNvPr>
            <p:cNvSpPr txBox="1"/>
            <p:nvPr/>
          </p:nvSpPr>
          <p:spPr>
            <a:xfrm>
              <a:off x="4518153" y="4990488"/>
              <a:ext cx="4571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1" u="none" strike="noStrike" kern="1200" cap="none" spc="0" normalizeH="0" baseline="0" noProof="0" dirty="0">
                  <a:ln>
                    <a:noFill/>
                  </a:ln>
                  <a:solidFill>
                    <a:srgbClr val="EE302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1" u="none" strike="noStrike" kern="1200" cap="none" spc="0" normalizeH="0" baseline="0" noProof="0" dirty="0">
                  <a:ln>
                    <a:noFill/>
                  </a:ln>
                  <a:solidFill>
                    <a:srgbClr val="EE302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slide 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EA68D9-0A09-4910-8862-A7D624DE94BE}"/>
                </a:ext>
              </a:extLst>
            </p:cNvPr>
            <p:cNvSpPr txBox="1"/>
            <p:nvPr/>
          </p:nvSpPr>
          <p:spPr>
            <a:xfrm>
              <a:off x="5905668" y="4043700"/>
              <a:ext cx="4539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1" u="none" strike="noStrike" kern="1200" cap="none" spc="0" normalizeH="0" baseline="0" noProof="0" dirty="0">
                  <a:ln>
                    <a:noFill/>
                  </a:ln>
                  <a:solidFill>
                    <a:srgbClr val="EE302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1" u="none" strike="noStrike" kern="1200" cap="none" spc="0" normalizeH="0" baseline="0" noProof="0" dirty="0">
                  <a:ln>
                    <a:noFill/>
                  </a:ln>
                  <a:solidFill>
                    <a:srgbClr val="EE302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slide 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E2ECE52-7021-450F-A66F-5E3D4BDD9FD3}"/>
                </a:ext>
              </a:extLst>
            </p:cNvPr>
            <p:cNvSpPr txBox="1"/>
            <p:nvPr/>
          </p:nvSpPr>
          <p:spPr>
            <a:xfrm>
              <a:off x="5146803" y="1623487"/>
              <a:ext cx="63030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1" u="none" strike="noStrike" kern="1200" cap="none" spc="0" normalizeH="0" baseline="0" noProof="0" dirty="0">
                  <a:ln>
                    <a:noFill/>
                  </a:ln>
                  <a:solidFill>
                    <a:srgbClr val="EE302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See slide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486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D4B63A-311C-451B-8AB6-A9C56CBB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SalesOne</a:t>
            </a:r>
            <a:r>
              <a:rPr lang="en-US" dirty="0"/>
              <a:t> &lt;- Interconnectivity -&gt; Sofon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1D788-A1B1-43A7-BD33-EF903A4D857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929BA-DD58-45F7-B74A-D4944FD88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Company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2F68B-C0CF-45B6-BB51-83341F315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10A760-7765-8C4C-8CCA-719629CA92E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57B7A0-7F53-4DB5-9016-38D6B433F120}"/>
              </a:ext>
            </a:extLst>
          </p:cNvPr>
          <p:cNvSpPr txBox="1">
            <a:spLocks/>
          </p:cNvSpPr>
          <p:nvPr/>
        </p:nvSpPr>
        <p:spPr>
          <a:xfrm>
            <a:off x="518252" y="1356040"/>
            <a:ext cx="11176000" cy="502602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Sofon quotation status set to “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Ready for Approval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(Agfa internal approval)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Sofon quotation status reaches “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Accepted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(= accepted by the customer)</a:t>
            </a:r>
          </a:p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Sofon automatically updates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SalesOne’s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families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their </a:t>
            </a:r>
            <a:r>
              <a:rPr kumimoji="0" lang="en-US" alt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amounts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 PF revenues, </a:t>
            </a:r>
            <a:r>
              <a:rPr kumimoji="0" lang="en-US" altLang="en-US" sz="1400" b="0" i="0" u="sng" strike="noStrike" kern="1200" cap="none" spc="0" normalizeH="0" baseline="0" noProof="0" dirty="0" err="1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RevRec</a:t>
            </a:r>
            <a:r>
              <a:rPr kumimoji="0" lang="en-US" alt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timing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addition: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Sofon quote 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Accepted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=&gt; Opportunity stage changes to “won” automatically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Sofon quote 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Closed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=&gt; Opportunity closed as “lost” (after 24hrs ‘cool off’ hours)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*Remark: It’s </a:t>
            </a:r>
            <a:r>
              <a:rPr kumimoji="0" lang="en-US" altLang="en-US" sz="1400" b="1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</a:t>
            </a:r>
            <a:r>
              <a:rPr kumimoji="0" lang="en-US" alt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recommended to select “Closed” in Sofon, unless it’s indeed the intention to completely close the deal, including to close the opportunity in </a:t>
            </a:r>
            <a:r>
              <a:rPr kumimoji="0" lang="en-US" altLang="en-US" sz="9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SalesOne</a:t>
            </a:r>
            <a:r>
              <a:rPr kumimoji="0" lang="en-US" alt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Until when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soon as the </a:t>
            </a:r>
            <a:r>
              <a:rPr kumimoji="0" lang="en-US" alt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quotation is sent successfully to SAP as an order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the interconnectivity mechanism for this quotation will be stopped completely.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interconnectivity (between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SalesOne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Sofon) will continue till when the Opportunity is closed. So, if an </a:t>
            </a: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accepted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quote needs a new version , don’t forget to first </a:t>
            </a:r>
            <a:r>
              <a:rPr kumimoji="0" lang="en-US" alt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517FB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manually re-open its opportunity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since that was closed by the acceptance of the previous version.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35A667-F708-4EA3-B3A2-2CE9EF49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41" y="1996569"/>
            <a:ext cx="5119395" cy="4923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572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5FD599-8A3E-4043-8C2F-1CC3D52C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SalesOne</a:t>
            </a:r>
            <a:r>
              <a:rPr lang="en-US" dirty="0"/>
              <a:t> &lt;- Interconnectivity -&gt; SAP-BI (BP5 server)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5C2ED-C99A-45DD-843C-657DB98245D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5DF0E-BB25-4F9C-8253-814F6E289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Company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0618E-84D7-48D9-A35D-50D535025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10A760-7765-8C4C-8CCA-719629CA92E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7D62E4-D467-4071-9465-18EDA5104E40}"/>
              </a:ext>
            </a:extLst>
          </p:cNvPr>
          <p:cNvSpPr txBox="1">
            <a:spLocks/>
          </p:cNvSpPr>
          <p:nvPr/>
        </p:nvSpPr>
        <p:spPr>
          <a:xfrm>
            <a:off x="385780" y="1512887"/>
            <a:ext cx="11176000" cy="502602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SAP-BI (BP5 server) is fed with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SalesOne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 in a daily basis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Opportunity number and name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Gross Amount, based on the PF codes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*remark: this is also the OIT amount comes from…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 Stage, e.g. Identifying, Quoting, WON, Other, etc.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RevRec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timing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Until when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SalesOne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opportunity is constantly synchronized with SAP-BI in a daily basis</a:t>
            </a:r>
          </a:p>
        </p:txBody>
      </p:sp>
    </p:spTree>
    <p:extLst>
      <p:ext uri="{BB962C8B-B14F-4D97-AF65-F5344CB8AC3E}">
        <p14:creationId xmlns:p14="http://schemas.microsoft.com/office/powerpoint/2010/main" val="260204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5FD599-8A3E-4043-8C2F-1CC3D52C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Sofon &lt;- Interconnectivity -&gt; SAP ECC (AP7)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5C2ED-C99A-45DD-843C-657DB98245D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5DF0E-BB25-4F9C-8253-814F6E289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Company Confidential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0618E-84D7-48D9-A35D-50D535025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10A760-7765-8C4C-8CCA-719629CA92E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989898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989898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7D62E4-D467-4071-9465-18EDA5104E40}"/>
              </a:ext>
            </a:extLst>
          </p:cNvPr>
          <p:cNvSpPr txBox="1">
            <a:spLocks/>
          </p:cNvSpPr>
          <p:nvPr/>
        </p:nvSpPr>
        <p:spPr>
          <a:xfrm>
            <a:off x="518252" y="1380876"/>
            <a:ext cx="11176000" cy="502602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 Type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Sofon Quotation status passed through </a:t>
            </a: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Approved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click on the </a:t>
            </a: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button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*Remark: noted that Sofon has “Quote type” and “Order type” configuration, only the Order Type configuration is sending to SAP ECC order.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 codes, PF, Net prices (Revenues),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RevRec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timing, billing milestones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Until when 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Sofon </a:t>
            </a: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 Type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configuration can be rejected and resent to SAP ECC orders multiple times without constrains.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resend </a:t>
            </a: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Sofon order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</a:t>
            </a: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order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the previous version SAP order should be cancelled manually in SAP ECC (AP7)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60F9B-0438-4D53-B44F-1AD2455C4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412" y="2315311"/>
            <a:ext cx="6103119" cy="1205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8CD4F5-279F-48DB-ACD0-9BB37661C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412" y="3536081"/>
            <a:ext cx="6103119" cy="111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72">
            <a:extLst>
              <a:ext uri="{FF2B5EF4-FFF2-40B4-BE49-F238E27FC236}">
                <a16:creationId xmlns:a16="http://schemas.microsoft.com/office/drawing/2014/main" id="{A78CF38E-BB02-48C9-9B7C-4D56783FF4E7}"/>
              </a:ext>
            </a:extLst>
          </p:cNvPr>
          <p:cNvSpPr/>
          <p:nvPr/>
        </p:nvSpPr>
        <p:spPr>
          <a:xfrm>
            <a:off x="289246" y="1338831"/>
            <a:ext cx="3626109" cy="5428972"/>
          </a:xfrm>
          <a:prstGeom prst="ellipse">
            <a:avLst/>
          </a:prstGeom>
          <a:solidFill>
            <a:srgbClr val="517FB1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Order Generation</a:t>
            </a:r>
          </a:p>
        </p:txBody>
      </p:sp>
      <p:sp>
        <p:nvSpPr>
          <p:cNvPr id="105" name="Rectangle 4">
            <a:extLst>
              <a:ext uri="{FF2B5EF4-FFF2-40B4-BE49-F238E27FC236}">
                <a16:creationId xmlns:a16="http://schemas.microsoft.com/office/drawing/2014/main" id="{DC7939C9-B4BC-4AEF-A860-43D9130B4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860" y="3811813"/>
            <a:ext cx="691729" cy="1321304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Sofon SQL</a:t>
            </a:r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BE" dirty="0"/>
              <a:t>HE IMG Application Landscape (v.2)</a:t>
            </a:r>
            <a:endParaRPr lang="nl-BE" altLang="nl-BE" dirty="0"/>
          </a:p>
        </p:txBody>
      </p:sp>
      <p:sp>
        <p:nvSpPr>
          <p:cNvPr id="18435" name="Rectangle 13"/>
          <p:cNvSpPr>
            <a:spLocks noChangeArrowheads="1"/>
          </p:cNvSpPr>
          <p:nvPr/>
        </p:nvSpPr>
        <p:spPr bwMode="auto">
          <a:xfrm>
            <a:off x="4005263" y="3060701"/>
            <a:ext cx="1454150" cy="2867025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ServiceNow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389615" y="2125664"/>
            <a:ext cx="1298388" cy="2999011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SalesOne</a:t>
            </a: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 SQL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1131176" y="5287817"/>
            <a:ext cx="979487" cy="493712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Sugar CRM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SalesOne</a:t>
            </a:r>
            <a:endParaRPr kumimoji="0" lang="en-US" altLang="nl-BE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438" name="Rectangle 12"/>
          <p:cNvSpPr>
            <a:spLocks noChangeArrowheads="1"/>
          </p:cNvSpPr>
          <p:nvPr/>
        </p:nvSpPr>
        <p:spPr bwMode="auto">
          <a:xfrm>
            <a:off x="4329113" y="1344613"/>
            <a:ext cx="3363912" cy="463550"/>
          </a:xfrm>
          <a:prstGeom prst="rect">
            <a:avLst/>
          </a:prstGeom>
          <a:solidFill>
            <a:srgbClr val="92D05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BI BP5</a:t>
            </a:r>
          </a:p>
        </p:txBody>
      </p:sp>
      <p:sp>
        <p:nvSpPr>
          <p:cNvPr id="18439" name="Rectangle 13"/>
          <p:cNvSpPr>
            <a:spLocks noChangeArrowheads="1"/>
          </p:cNvSpPr>
          <p:nvPr/>
        </p:nvSpPr>
        <p:spPr bwMode="auto">
          <a:xfrm>
            <a:off x="4905505" y="2010371"/>
            <a:ext cx="1455737" cy="754013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200" b="1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CRM CP7</a:t>
            </a:r>
          </a:p>
        </p:txBody>
      </p:sp>
      <p:sp>
        <p:nvSpPr>
          <p:cNvPr id="18440" name="Rectangle 14"/>
          <p:cNvSpPr>
            <a:spLocks noChangeArrowheads="1"/>
          </p:cNvSpPr>
          <p:nvPr/>
        </p:nvSpPr>
        <p:spPr bwMode="auto">
          <a:xfrm>
            <a:off x="6534150" y="1927225"/>
            <a:ext cx="2990850" cy="4462463"/>
          </a:xfrm>
          <a:prstGeom prst="rect">
            <a:avLst/>
          </a:prstGeom>
          <a:solidFill>
            <a:srgbClr val="92D050">
              <a:alpha val="50195"/>
            </a:srgbClr>
          </a:solidFill>
          <a:ln w="57150">
            <a:solidFill>
              <a:srgbClr val="0033CC"/>
            </a:solidFill>
            <a:prstDash val="sysDot"/>
            <a:miter lim="800000"/>
            <a:headEnd/>
            <a:tailEnd/>
          </a:ln>
        </p:spPr>
        <p:txBody>
          <a:bodyPr wrap="none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ECC AP7</a:t>
            </a:r>
          </a:p>
        </p:txBody>
      </p:sp>
      <p:sp>
        <p:nvSpPr>
          <p:cNvPr id="18443" name="Rectangle 66"/>
          <p:cNvSpPr>
            <a:spLocks noChangeArrowheads="1"/>
          </p:cNvSpPr>
          <p:nvPr/>
        </p:nvSpPr>
        <p:spPr bwMode="auto">
          <a:xfrm>
            <a:off x="5048939" y="2290820"/>
            <a:ext cx="1177132" cy="149678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Contacts</a:t>
            </a:r>
          </a:p>
        </p:txBody>
      </p:sp>
      <p:sp>
        <p:nvSpPr>
          <p:cNvPr id="18444" name="Rectangle 68"/>
          <p:cNvSpPr>
            <a:spLocks noChangeArrowheads="1"/>
          </p:cNvSpPr>
          <p:nvPr/>
        </p:nvSpPr>
        <p:spPr bwMode="auto">
          <a:xfrm>
            <a:off x="5058102" y="2539912"/>
            <a:ext cx="1177132" cy="154737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Business Partners</a:t>
            </a:r>
          </a:p>
        </p:txBody>
      </p:sp>
      <p:sp>
        <p:nvSpPr>
          <p:cNvPr id="18445" name="Rectangle 69"/>
          <p:cNvSpPr>
            <a:spLocks noChangeArrowheads="1"/>
          </p:cNvSpPr>
          <p:nvPr/>
        </p:nvSpPr>
        <p:spPr bwMode="auto">
          <a:xfrm>
            <a:off x="5308600" y="1593850"/>
            <a:ext cx="1449388" cy="1476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Sales Funnel/Reporting</a:t>
            </a:r>
          </a:p>
        </p:txBody>
      </p:sp>
      <p:sp>
        <p:nvSpPr>
          <p:cNvPr id="18446" name="Rectangle 75"/>
          <p:cNvSpPr>
            <a:spLocks noChangeArrowheads="1"/>
          </p:cNvSpPr>
          <p:nvPr/>
        </p:nvSpPr>
        <p:spPr bwMode="auto">
          <a:xfrm>
            <a:off x="6702156" y="2127252"/>
            <a:ext cx="1227137" cy="196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Contacts Sales</a:t>
            </a:r>
          </a:p>
        </p:txBody>
      </p:sp>
      <p:sp>
        <p:nvSpPr>
          <p:cNvPr id="18447" name="Rectangle 76"/>
          <p:cNvSpPr>
            <a:spLocks noChangeArrowheads="1"/>
          </p:cNvSpPr>
          <p:nvPr/>
        </p:nvSpPr>
        <p:spPr bwMode="auto">
          <a:xfrm>
            <a:off x="6705333" y="2392364"/>
            <a:ext cx="1227137" cy="196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Customers</a:t>
            </a:r>
          </a:p>
        </p:txBody>
      </p:sp>
      <p:sp>
        <p:nvSpPr>
          <p:cNvPr id="18448" name="Rectangle 77"/>
          <p:cNvSpPr>
            <a:spLocks noChangeArrowheads="1"/>
          </p:cNvSpPr>
          <p:nvPr/>
        </p:nvSpPr>
        <p:spPr bwMode="auto">
          <a:xfrm>
            <a:off x="8157112" y="2125664"/>
            <a:ext cx="1227137" cy="196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Materials</a:t>
            </a:r>
          </a:p>
        </p:txBody>
      </p:sp>
      <p:sp>
        <p:nvSpPr>
          <p:cNvPr id="18450" name="Line 103"/>
          <p:cNvSpPr>
            <a:spLocks noChangeShapeType="1"/>
          </p:cNvSpPr>
          <p:nvPr/>
        </p:nvSpPr>
        <p:spPr bwMode="auto">
          <a:xfrm flipV="1">
            <a:off x="1622976" y="3476166"/>
            <a:ext cx="282576" cy="3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452" name="AutoShape 105"/>
          <p:cNvCxnSpPr>
            <a:cxnSpLocks noChangeShapeType="1"/>
            <a:stCxn id="18438" idx="1"/>
            <a:endCxn id="18436" idx="0"/>
          </p:cNvCxnSpPr>
          <p:nvPr/>
        </p:nvCxnSpPr>
        <p:spPr bwMode="auto">
          <a:xfrm rot="10800000" flipV="1">
            <a:off x="2038809" y="1576388"/>
            <a:ext cx="2290304" cy="549276"/>
          </a:xfrm>
          <a:prstGeom prst="bentConnector2">
            <a:avLst/>
          </a:prstGeom>
          <a:noFill/>
          <a:ln w="57150">
            <a:solidFill>
              <a:schemeClr val="accent1">
                <a:lumMod val="50000"/>
              </a:schemeClr>
            </a:solidFill>
            <a:miter lim="800000"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3" name="AutoShape 106"/>
          <p:cNvCxnSpPr>
            <a:cxnSpLocks noChangeShapeType="1"/>
            <a:stCxn id="18440" idx="0"/>
            <a:endCxn id="18438" idx="3"/>
          </p:cNvCxnSpPr>
          <p:nvPr/>
        </p:nvCxnSpPr>
        <p:spPr bwMode="auto">
          <a:xfrm rot="16200000" flipV="1">
            <a:off x="7685882" y="1583531"/>
            <a:ext cx="350836" cy="336550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6" name="AutoShape 111"/>
          <p:cNvSpPr>
            <a:spLocks noChangeArrowheads="1"/>
          </p:cNvSpPr>
          <p:nvPr/>
        </p:nvSpPr>
        <p:spPr bwMode="auto">
          <a:xfrm>
            <a:off x="1480102" y="2533874"/>
            <a:ext cx="306387" cy="665163"/>
          </a:xfrm>
          <a:prstGeom prst="can">
            <a:avLst>
              <a:gd name="adj" fmla="val 40224"/>
            </a:avLst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Contacts</a:t>
            </a:r>
          </a:p>
        </p:txBody>
      </p:sp>
      <p:sp>
        <p:nvSpPr>
          <p:cNvPr id="18457" name="AutoShape 112"/>
          <p:cNvSpPr>
            <a:spLocks noChangeArrowheads="1"/>
          </p:cNvSpPr>
          <p:nvPr/>
        </p:nvSpPr>
        <p:spPr bwMode="auto">
          <a:xfrm>
            <a:off x="1911110" y="2819172"/>
            <a:ext cx="306388" cy="793410"/>
          </a:xfrm>
          <a:prstGeom prst="can">
            <a:avLst>
              <a:gd name="adj" fmla="val 40223"/>
            </a:avLst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Prospects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Customers</a:t>
            </a:r>
          </a:p>
        </p:txBody>
      </p:sp>
      <p:sp>
        <p:nvSpPr>
          <p:cNvPr id="18458" name="AutoShape 113"/>
          <p:cNvSpPr>
            <a:spLocks noChangeArrowheads="1"/>
          </p:cNvSpPr>
          <p:nvPr/>
        </p:nvSpPr>
        <p:spPr bwMode="auto">
          <a:xfrm>
            <a:off x="2293697" y="3393270"/>
            <a:ext cx="304800" cy="882650"/>
          </a:xfrm>
          <a:prstGeom prst="can">
            <a:avLst>
              <a:gd name="adj" fmla="val 53653"/>
            </a:avLst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Opportunities</a:t>
            </a:r>
          </a:p>
        </p:txBody>
      </p:sp>
      <p:sp>
        <p:nvSpPr>
          <p:cNvPr id="18460" name="Rectangle 120"/>
          <p:cNvSpPr>
            <a:spLocks noChangeArrowheads="1"/>
          </p:cNvSpPr>
          <p:nvPr/>
        </p:nvSpPr>
        <p:spPr bwMode="auto">
          <a:xfrm>
            <a:off x="5688014" y="5492751"/>
            <a:ext cx="701675" cy="447675"/>
          </a:xfrm>
          <a:prstGeom prst="rect">
            <a:avLst/>
          </a:prstGeom>
          <a:solidFill>
            <a:srgbClr val="92D050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GHRIS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Mini Master</a:t>
            </a:r>
          </a:p>
        </p:txBody>
      </p:sp>
      <p:grpSp>
        <p:nvGrpSpPr>
          <p:cNvPr id="18461" name="Group 125"/>
          <p:cNvGrpSpPr>
            <a:grpSpLocks/>
          </p:cNvGrpSpPr>
          <p:nvPr/>
        </p:nvGrpSpPr>
        <p:grpSpPr bwMode="auto">
          <a:xfrm>
            <a:off x="6702425" y="5262563"/>
            <a:ext cx="2681288" cy="1046359"/>
            <a:chOff x="3969" y="2659"/>
            <a:chExt cx="1587" cy="362"/>
          </a:xfrm>
        </p:grpSpPr>
        <p:sp>
          <p:nvSpPr>
            <p:cNvPr id="18526" name="Rectangle 72"/>
            <p:cNvSpPr>
              <a:spLocks noChangeArrowheads="1"/>
            </p:cNvSpPr>
            <p:nvPr/>
          </p:nvSpPr>
          <p:spPr bwMode="auto">
            <a:xfrm>
              <a:off x="3969" y="2659"/>
              <a:ext cx="1587" cy="36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SAP FICO</a:t>
              </a:r>
            </a:p>
          </p:txBody>
        </p:sp>
        <p:sp>
          <p:nvSpPr>
            <p:cNvPr id="18527" name="Rectangle 87"/>
            <p:cNvSpPr>
              <a:spLocks noChangeArrowheads="1"/>
            </p:cNvSpPr>
            <p:nvPr/>
          </p:nvSpPr>
          <p:spPr bwMode="auto">
            <a:xfrm>
              <a:off x="4014" y="2738"/>
              <a:ext cx="273" cy="11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AP</a:t>
              </a:r>
            </a:p>
          </p:txBody>
        </p:sp>
        <p:sp>
          <p:nvSpPr>
            <p:cNvPr id="18528" name="Rectangle 90"/>
            <p:cNvSpPr>
              <a:spLocks noChangeArrowheads="1"/>
            </p:cNvSpPr>
            <p:nvPr/>
          </p:nvSpPr>
          <p:spPr bwMode="auto">
            <a:xfrm>
              <a:off x="4332" y="2741"/>
              <a:ext cx="273" cy="11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AR</a:t>
              </a:r>
            </a:p>
          </p:txBody>
        </p:sp>
        <p:sp>
          <p:nvSpPr>
            <p:cNvPr id="18529" name="Rectangle 91"/>
            <p:cNvSpPr>
              <a:spLocks noChangeArrowheads="1"/>
            </p:cNvSpPr>
            <p:nvPr/>
          </p:nvSpPr>
          <p:spPr bwMode="auto">
            <a:xfrm>
              <a:off x="4649" y="2744"/>
              <a:ext cx="273" cy="1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GL</a:t>
              </a:r>
            </a:p>
          </p:txBody>
        </p:sp>
        <p:sp>
          <p:nvSpPr>
            <p:cNvPr id="18530" name="Rectangle 92"/>
            <p:cNvSpPr>
              <a:spLocks noChangeArrowheads="1"/>
            </p:cNvSpPr>
            <p:nvPr/>
          </p:nvSpPr>
          <p:spPr bwMode="auto">
            <a:xfrm>
              <a:off x="4967" y="2744"/>
              <a:ext cx="273" cy="1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AA</a:t>
              </a:r>
            </a:p>
          </p:txBody>
        </p:sp>
        <p:sp>
          <p:nvSpPr>
            <p:cNvPr id="18531" name="Rectangle 124"/>
            <p:cNvSpPr>
              <a:spLocks noChangeArrowheads="1"/>
            </p:cNvSpPr>
            <p:nvPr/>
          </p:nvSpPr>
          <p:spPr bwMode="auto">
            <a:xfrm>
              <a:off x="5284" y="2747"/>
              <a:ext cx="227" cy="10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T&amp;E</a:t>
              </a:r>
            </a:p>
          </p:txBody>
        </p:sp>
      </p:grpSp>
      <p:grpSp>
        <p:nvGrpSpPr>
          <p:cNvPr id="18462" name="Group 129"/>
          <p:cNvGrpSpPr>
            <a:grpSpLocks/>
          </p:cNvGrpSpPr>
          <p:nvPr/>
        </p:nvGrpSpPr>
        <p:grpSpPr bwMode="auto">
          <a:xfrm>
            <a:off x="6702425" y="3451225"/>
            <a:ext cx="2681288" cy="666750"/>
            <a:chOff x="3969" y="2443"/>
            <a:chExt cx="1587" cy="351"/>
          </a:xfrm>
        </p:grpSpPr>
        <p:sp>
          <p:nvSpPr>
            <p:cNvPr id="18521" name="Rectangle 71"/>
            <p:cNvSpPr>
              <a:spLocks noChangeArrowheads="1"/>
            </p:cNvSpPr>
            <p:nvPr/>
          </p:nvSpPr>
          <p:spPr bwMode="auto">
            <a:xfrm>
              <a:off x="3969" y="2443"/>
              <a:ext cx="1587" cy="35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SAP MM</a:t>
              </a:r>
            </a:p>
          </p:txBody>
        </p:sp>
        <p:sp>
          <p:nvSpPr>
            <p:cNvPr id="18522" name="Rectangle 85"/>
            <p:cNvSpPr>
              <a:spLocks noChangeArrowheads="1"/>
            </p:cNvSpPr>
            <p:nvPr/>
          </p:nvSpPr>
          <p:spPr bwMode="auto">
            <a:xfrm>
              <a:off x="4014" y="2547"/>
              <a:ext cx="363" cy="9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WM/IM</a:t>
              </a:r>
            </a:p>
          </p:txBody>
        </p:sp>
        <p:sp>
          <p:nvSpPr>
            <p:cNvPr id="18523" name="Rectangle 86"/>
            <p:cNvSpPr>
              <a:spLocks noChangeArrowheads="1"/>
            </p:cNvSpPr>
            <p:nvPr/>
          </p:nvSpPr>
          <p:spPr bwMode="auto">
            <a:xfrm>
              <a:off x="5193" y="2551"/>
              <a:ext cx="318" cy="9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PO</a:t>
              </a:r>
            </a:p>
          </p:txBody>
        </p:sp>
        <p:sp>
          <p:nvSpPr>
            <p:cNvPr id="18524" name="Rectangle 94"/>
            <p:cNvSpPr>
              <a:spLocks noChangeArrowheads="1"/>
            </p:cNvSpPr>
            <p:nvPr/>
          </p:nvSpPr>
          <p:spPr bwMode="auto">
            <a:xfrm>
              <a:off x="4830" y="2551"/>
              <a:ext cx="318" cy="9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PR</a:t>
              </a:r>
            </a:p>
          </p:txBody>
        </p:sp>
        <p:sp>
          <p:nvSpPr>
            <p:cNvPr id="18525" name="Rectangle 128"/>
            <p:cNvSpPr>
              <a:spLocks noChangeArrowheads="1"/>
            </p:cNvSpPr>
            <p:nvPr/>
          </p:nvSpPr>
          <p:spPr bwMode="auto">
            <a:xfrm>
              <a:off x="4433" y="2551"/>
              <a:ext cx="318" cy="9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MRP</a:t>
              </a:r>
            </a:p>
          </p:txBody>
        </p:sp>
      </p:grpSp>
      <p:grpSp>
        <p:nvGrpSpPr>
          <p:cNvPr id="18463" name="Group 43"/>
          <p:cNvGrpSpPr>
            <a:grpSpLocks/>
          </p:cNvGrpSpPr>
          <p:nvPr/>
        </p:nvGrpSpPr>
        <p:grpSpPr bwMode="auto">
          <a:xfrm>
            <a:off x="6688139" y="4459288"/>
            <a:ext cx="2682875" cy="703262"/>
            <a:chOff x="123" y="3293"/>
            <a:chExt cx="1587" cy="363"/>
          </a:xfrm>
        </p:grpSpPr>
        <p:grpSp>
          <p:nvGrpSpPr>
            <p:cNvPr id="18517" name="Group 127"/>
            <p:cNvGrpSpPr>
              <a:grpSpLocks/>
            </p:cNvGrpSpPr>
            <p:nvPr/>
          </p:nvGrpSpPr>
          <p:grpSpPr bwMode="auto">
            <a:xfrm>
              <a:off x="123" y="3293"/>
              <a:ext cx="1587" cy="363"/>
              <a:chOff x="3969" y="1842"/>
              <a:chExt cx="1587" cy="363"/>
            </a:xfrm>
          </p:grpSpPr>
          <p:sp>
            <p:nvSpPr>
              <p:cNvPr id="18519" name="Rectangle 70"/>
              <p:cNvSpPr>
                <a:spLocks noChangeArrowheads="1"/>
              </p:cNvSpPr>
              <p:nvPr/>
            </p:nvSpPr>
            <p:spPr bwMode="auto">
              <a:xfrm>
                <a:off x="3969" y="1842"/>
                <a:ext cx="1587" cy="363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FF11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nl-BE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+mn-ea"/>
                    <a:cs typeface="Arial" panose="020B0604020202020204" pitchFamily="34" charset="0"/>
                  </a:rPr>
                  <a:t>SAP PS</a:t>
                </a:r>
              </a:p>
            </p:txBody>
          </p:sp>
          <p:sp>
            <p:nvSpPr>
              <p:cNvPr id="18520" name="Rectangle 80"/>
              <p:cNvSpPr>
                <a:spLocks noChangeArrowheads="1"/>
              </p:cNvSpPr>
              <p:nvPr/>
            </p:nvSpPr>
            <p:spPr bwMode="auto">
              <a:xfrm>
                <a:off x="4059" y="1956"/>
                <a:ext cx="318" cy="86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FF11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altLang="nl-BE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+mn-ea"/>
                    <a:cs typeface="Arial" panose="020B0604020202020204" pitchFamily="34" charset="0"/>
                  </a:rPr>
                  <a:t>PS</a:t>
                </a:r>
              </a:p>
            </p:txBody>
          </p:sp>
        </p:grpSp>
        <p:sp>
          <p:nvSpPr>
            <p:cNvPr id="18518" name="Rectangle 80"/>
            <p:cNvSpPr>
              <a:spLocks noChangeArrowheads="1"/>
            </p:cNvSpPr>
            <p:nvPr/>
          </p:nvSpPr>
          <p:spPr bwMode="auto">
            <a:xfrm>
              <a:off x="980" y="3412"/>
              <a:ext cx="630" cy="9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Project Portal</a:t>
              </a:r>
            </a:p>
          </p:txBody>
        </p:sp>
      </p:grpSp>
      <p:sp>
        <p:nvSpPr>
          <p:cNvPr id="18464" name="Rectangle 76"/>
          <p:cNvSpPr>
            <a:spLocks noChangeArrowheads="1"/>
          </p:cNvSpPr>
          <p:nvPr/>
        </p:nvSpPr>
        <p:spPr bwMode="auto">
          <a:xfrm>
            <a:off x="8153797" y="2401665"/>
            <a:ext cx="1227137" cy="1920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Vendors</a:t>
            </a:r>
          </a:p>
        </p:txBody>
      </p:sp>
      <p:sp>
        <p:nvSpPr>
          <p:cNvPr id="18466" name="Line 108"/>
          <p:cNvSpPr>
            <a:spLocks noChangeShapeType="1"/>
          </p:cNvSpPr>
          <p:nvPr/>
        </p:nvSpPr>
        <p:spPr bwMode="auto">
          <a:xfrm>
            <a:off x="6373813" y="3921126"/>
            <a:ext cx="3048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68" name="Line 121"/>
          <p:cNvSpPr>
            <a:spLocks noChangeShapeType="1"/>
          </p:cNvSpPr>
          <p:nvPr/>
        </p:nvSpPr>
        <p:spPr bwMode="auto">
          <a:xfrm rot="300000" flipV="1">
            <a:off x="6383339" y="5715000"/>
            <a:ext cx="314325" cy="2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72" name="AutoShape 113"/>
          <p:cNvSpPr>
            <a:spLocks noChangeArrowheads="1"/>
          </p:cNvSpPr>
          <p:nvPr/>
        </p:nvSpPr>
        <p:spPr bwMode="auto">
          <a:xfrm>
            <a:off x="2972095" y="4234980"/>
            <a:ext cx="306388" cy="663754"/>
          </a:xfrm>
          <a:prstGeom prst="can">
            <a:avLst>
              <a:gd name="adj" fmla="val 48383"/>
            </a:avLst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Quotes</a:t>
            </a:r>
          </a:p>
        </p:txBody>
      </p:sp>
      <p:sp>
        <p:nvSpPr>
          <p:cNvPr id="18473" name="Flowchart: Internal Storage 78"/>
          <p:cNvSpPr>
            <a:spLocks noChangeArrowheads="1"/>
          </p:cNvSpPr>
          <p:nvPr/>
        </p:nvSpPr>
        <p:spPr bwMode="auto">
          <a:xfrm>
            <a:off x="3227388" y="4848226"/>
            <a:ext cx="711200" cy="542925"/>
          </a:xfrm>
          <a:prstGeom prst="flowChartInternalStorag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endParaRPr kumimoji="0" lang="en-US" altLang="nl-BE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8474" name="Straight Arrow Connector 83"/>
          <p:cNvCxnSpPr>
            <a:cxnSpLocks noChangeShapeType="1"/>
            <a:stCxn id="18481" idx="0"/>
            <a:endCxn id="18472" idx="3"/>
          </p:cNvCxnSpPr>
          <p:nvPr/>
        </p:nvCxnSpPr>
        <p:spPr bwMode="auto">
          <a:xfrm flipV="1">
            <a:off x="3122613" y="4898734"/>
            <a:ext cx="2676" cy="373578"/>
          </a:xfrm>
          <a:prstGeom prst="straightConnector1">
            <a:avLst/>
          </a:prstGeom>
          <a:noFill/>
          <a:ln w="5715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Snip Diagonal Corner Rectangle 87"/>
          <p:cNvSpPr/>
          <p:nvPr/>
        </p:nvSpPr>
        <p:spPr bwMode="auto">
          <a:xfrm>
            <a:off x="2806215" y="2601803"/>
            <a:ext cx="740718" cy="581026"/>
          </a:xfrm>
          <a:prstGeom prst="snip2DiagRect">
            <a:avLst/>
          </a:prstGeom>
          <a:solidFill>
            <a:schemeClr val="accent4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Manual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order entry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(direct SAP)</a:t>
            </a:r>
          </a:p>
        </p:txBody>
      </p:sp>
      <p:cxnSp>
        <p:nvCxnSpPr>
          <p:cNvPr id="18477" name="Elbow Connector 87"/>
          <p:cNvCxnSpPr>
            <a:cxnSpLocks noChangeShapeType="1"/>
          </p:cNvCxnSpPr>
          <p:nvPr/>
        </p:nvCxnSpPr>
        <p:spPr bwMode="auto">
          <a:xfrm rot="5400000">
            <a:off x="10224294" y="4191794"/>
            <a:ext cx="565150" cy="322262"/>
          </a:xfrm>
          <a:prstGeom prst="bentConnector3">
            <a:avLst>
              <a:gd name="adj1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sp>
        <p:nvSpPr>
          <p:cNvPr id="18478" name="Rectangle 122"/>
          <p:cNvSpPr>
            <a:spLocks noChangeArrowheads="1"/>
          </p:cNvSpPr>
          <p:nvPr/>
        </p:nvSpPr>
        <p:spPr bwMode="auto">
          <a:xfrm>
            <a:off x="5648326" y="3103564"/>
            <a:ext cx="733425" cy="522287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Internet Sales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(B2B)</a:t>
            </a:r>
            <a:endParaRPr kumimoji="0" lang="en-US" altLang="nl-BE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8479" name="Group 58"/>
          <p:cNvGrpSpPr>
            <a:grpSpLocks/>
          </p:cNvGrpSpPr>
          <p:nvPr/>
        </p:nvGrpSpPr>
        <p:grpSpPr bwMode="auto">
          <a:xfrm>
            <a:off x="6678614" y="2676526"/>
            <a:ext cx="2682875" cy="612775"/>
            <a:chOff x="3024" y="1888"/>
            <a:chExt cx="1587" cy="417"/>
          </a:xfrm>
        </p:grpSpPr>
        <p:sp>
          <p:nvSpPr>
            <p:cNvPr id="18514" name="Rectangle 70"/>
            <p:cNvSpPr>
              <a:spLocks noChangeArrowheads="1"/>
            </p:cNvSpPr>
            <p:nvPr/>
          </p:nvSpPr>
          <p:spPr bwMode="auto">
            <a:xfrm>
              <a:off x="3024" y="1888"/>
              <a:ext cx="1587" cy="41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SAP SD</a:t>
              </a:r>
            </a:p>
          </p:txBody>
        </p:sp>
        <p:sp>
          <p:nvSpPr>
            <p:cNvPr id="18515" name="Rectangle 83"/>
            <p:cNvSpPr>
              <a:spLocks noChangeArrowheads="1"/>
            </p:cNvSpPr>
            <p:nvPr/>
          </p:nvSpPr>
          <p:spPr bwMode="auto">
            <a:xfrm>
              <a:off x="3153" y="1987"/>
              <a:ext cx="408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SO</a:t>
              </a:r>
            </a:p>
          </p:txBody>
        </p:sp>
        <p:sp>
          <p:nvSpPr>
            <p:cNvPr id="18516" name="Rectangle 84"/>
            <p:cNvSpPr>
              <a:spLocks noChangeArrowheads="1"/>
            </p:cNvSpPr>
            <p:nvPr/>
          </p:nvSpPr>
          <p:spPr bwMode="auto">
            <a:xfrm>
              <a:off x="3596" y="2058"/>
              <a:ext cx="443" cy="1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FF1100"/>
                </a:buClr>
                <a:buSzTx/>
                <a:buFontTx/>
                <a:buNone/>
                <a:tabLst/>
                <a:defRPr/>
              </a:pPr>
              <a:r>
                <a:rPr kumimoji="0" lang="en-US" altLang="nl-BE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+mn-ea"/>
                  <a:cs typeface="Arial" panose="020B0604020202020204" pitchFamily="34" charset="0"/>
                </a:rPr>
                <a:t>Invoice</a:t>
              </a:r>
            </a:p>
          </p:txBody>
        </p:sp>
      </p:grpSp>
      <p:sp>
        <p:nvSpPr>
          <p:cNvPr id="18480" name="Rectangle 85"/>
          <p:cNvSpPr>
            <a:spLocks noChangeArrowheads="1"/>
          </p:cNvSpPr>
          <p:nvPr/>
        </p:nvSpPr>
        <p:spPr bwMode="auto">
          <a:xfrm>
            <a:off x="7735888" y="3881438"/>
            <a:ext cx="614362" cy="1905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EH&amp;S</a:t>
            </a:r>
          </a:p>
        </p:txBody>
      </p:sp>
      <p:sp>
        <p:nvSpPr>
          <p:cNvPr id="18481" name="Rectangle 5"/>
          <p:cNvSpPr>
            <a:spLocks noChangeArrowheads="1"/>
          </p:cNvSpPr>
          <p:nvPr/>
        </p:nvSpPr>
        <p:spPr bwMode="auto">
          <a:xfrm>
            <a:off x="2700338" y="5272312"/>
            <a:ext cx="844550" cy="493713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SOFON</a:t>
            </a:r>
          </a:p>
        </p:txBody>
      </p:sp>
      <p:sp>
        <p:nvSpPr>
          <p:cNvPr id="18482" name="Rectangle 85"/>
          <p:cNvSpPr>
            <a:spLocks noChangeArrowheads="1"/>
          </p:cNvSpPr>
          <p:nvPr/>
        </p:nvSpPr>
        <p:spPr bwMode="auto">
          <a:xfrm>
            <a:off x="7523164" y="4910139"/>
            <a:ext cx="458787" cy="2000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CATS</a:t>
            </a:r>
          </a:p>
        </p:txBody>
      </p:sp>
      <p:sp>
        <p:nvSpPr>
          <p:cNvPr id="18483" name="Rectangle 68"/>
          <p:cNvSpPr>
            <a:spLocks noChangeArrowheads="1"/>
          </p:cNvSpPr>
          <p:nvPr/>
        </p:nvSpPr>
        <p:spPr bwMode="auto">
          <a:xfrm>
            <a:off x="4118770" y="3521869"/>
            <a:ext cx="1227137" cy="2270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Contracts</a:t>
            </a:r>
          </a:p>
        </p:txBody>
      </p:sp>
      <p:sp>
        <p:nvSpPr>
          <p:cNvPr id="18484" name="Rectangle 68"/>
          <p:cNvSpPr>
            <a:spLocks noChangeArrowheads="1"/>
          </p:cNvSpPr>
          <p:nvPr/>
        </p:nvSpPr>
        <p:spPr bwMode="auto">
          <a:xfrm>
            <a:off x="4109645" y="3821726"/>
            <a:ext cx="1227137" cy="228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Agfa Assets</a:t>
            </a:r>
          </a:p>
        </p:txBody>
      </p:sp>
      <p:cxnSp>
        <p:nvCxnSpPr>
          <p:cNvPr id="18485" name="AutoShape 106"/>
          <p:cNvCxnSpPr>
            <a:cxnSpLocks noChangeShapeType="1"/>
            <a:stCxn id="18483" idx="3"/>
            <a:endCxn id="18515" idx="1"/>
          </p:cNvCxnSpPr>
          <p:nvPr/>
        </p:nvCxnSpPr>
        <p:spPr bwMode="auto">
          <a:xfrm flipV="1">
            <a:off x="5345907" y="2988792"/>
            <a:ext cx="1550786" cy="646584"/>
          </a:xfrm>
          <a:prstGeom prst="bentConnector3">
            <a:avLst>
              <a:gd name="adj1" fmla="val 13148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86" name="Rectangle 68"/>
          <p:cNvSpPr>
            <a:spLocks noChangeArrowheads="1"/>
          </p:cNvSpPr>
          <p:nvPr/>
        </p:nvSpPr>
        <p:spPr bwMode="auto">
          <a:xfrm>
            <a:off x="4091783" y="4118770"/>
            <a:ext cx="1227137" cy="228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CIs</a:t>
            </a:r>
          </a:p>
        </p:txBody>
      </p:sp>
      <p:sp>
        <p:nvSpPr>
          <p:cNvPr id="18487" name="Rectangle 68"/>
          <p:cNvSpPr>
            <a:spLocks noChangeArrowheads="1"/>
          </p:cNvSpPr>
          <p:nvPr/>
        </p:nvSpPr>
        <p:spPr bwMode="auto">
          <a:xfrm>
            <a:off x="4110038" y="4954247"/>
            <a:ext cx="1227137" cy="2270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Complaints</a:t>
            </a:r>
          </a:p>
        </p:txBody>
      </p:sp>
      <p:sp>
        <p:nvSpPr>
          <p:cNvPr id="18488" name="Rectangle 76"/>
          <p:cNvSpPr>
            <a:spLocks noChangeArrowheads="1"/>
          </p:cNvSpPr>
          <p:nvPr/>
        </p:nvSpPr>
        <p:spPr bwMode="auto">
          <a:xfrm>
            <a:off x="4110999" y="3214748"/>
            <a:ext cx="1227137" cy="22542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Customers</a:t>
            </a:r>
          </a:p>
        </p:txBody>
      </p:sp>
      <p:cxnSp>
        <p:nvCxnSpPr>
          <p:cNvPr id="18489" name="Straight Arrow Connector 97"/>
          <p:cNvCxnSpPr>
            <a:cxnSpLocks noChangeShapeType="1"/>
            <a:stCxn id="18437" idx="3"/>
            <a:endCxn id="18481" idx="1"/>
          </p:cNvCxnSpPr>
          <p:nvPr/>
        </p:nvCxnSpPr>
        <p:spPr bwMode="auto">
          <a:xfrm flipV="1">
            <a:off x="2110663" y="5519169"/>
            <a:ext cx="589675" cy="15504"/>
          </a:xfrm>
          <a:prstGeom prst="straightConnector1">
            <a:avLst/>
          </a:prstGeom>
          <a:noFill/>
          <a:ln w="57150">
            <a:solidFill>
              <a:schemeClr val="accent1">
                <a:lumMod val="50000"/>
              </a:schemeClr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91" name="Rectangle 68"/>
          <p:cNvSpPr>
            <a:spLocks noChangeArrowheads="1"/>
          </p:cNvSpPr>
          <p:nvPr/>
        </p:nvSpPr>
        <p:spPr bwMode="auto">
          <a:xfrm>
            <a:off x="4110039" y="5275263"/>
            <a:ext cx="1227137" cy="2270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Work Orders</a:t>
            </a:r>
          </a:p>
        </p:txBody>
      </p:sp>
      <p:sp>
        <p:nvSpPr>
          <p:cNvPr id="18492" name="Rectangle 68"/>
          <p:cNvSpPr>
            <a:spLocks noChangeArrowheads="1"/>
          </p:cNvSpPr>
          <p:nvPr/>
        </p:nvSpPr>
        <p:spPr bwMode="auto">
          <a:xfrm>
            <a:off x="4106714" y="5601494"/>
            <a:ext cx="1227137" cy="2270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Parts Stock</a:t>
            </a:r>
          </a:p>
        </p:txBody>
      </p:sp>
      <p:sp>
        <p:nvSpPr>
          <p:cNvPr id="18493" name="Rectangle 68"/>
          <p:cNvSpPr>
            <a:spLocks noChangeArrowheads="1"/>
          </p:cNvSpPr>
          <p:nvPr/>
        </p:nvSpPr>
        <p:spPr bwMode="auto">
          <a:xfrm>
            <a:off x="4109645" y="4642934"/>
            <a:ext cx="1227137" cy="2270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Incidents</a:t>
            </a:r>
          </a:p>
        </p:txBody>
      </p:sp>
      <p:sp>
        <p:nvSpPr>
          <p:cNvPr id="18494" name="Line 121"/>
          <p:cNvSpPr>
            <a:spLocks noChangeShapeType="1"/>
          </p:cNvSpPr>
          <p:nvPr/>
        </p:nvSpPr>
        <p:spPr bwMode="auto">
          <a:xfrm flipV="1">
            <a:off x="6392864" y="2997200"/>
            <a:ext cx="541337" cy="331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495" name="Elbow Connector 82"/>
          <p:cNvCxnSpPr>
            <a:cxnSpLocks noChangeShapeType="1"/>
            <a:stCxn id="18491" idx="3"/>
            <a:endCxn id="18515" idx="1"/>
          </p:cNvCxnSpPr>
          <p:nvPr/>
        </p:nvCxnSpPr>
        <p:spPr bwMode="auto">
          <a:xfrm flipV="1">
            <a:off x="5337176" y="2989263"/>
            <a:ext cx="1558925" cy="2400300"/>
          </a:xfrm>
          <a:prstGeom prst="bentConnector3">
            <a:avLst>
              <a:gd name="adj1" fmla="val 1388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96" name="Rectangle 122"/>
          <p:cNvSpPr>
            <a:spLocks noChangeArrowheads="1"/>
          </p:cNvSpPr>
          <p:nvPr/>
        </p:nvSpPr>
        <p:spPr bwMode="auto">
          <a:xfrm>
            <a:off x="5648326" y="4116388"/>
            <a:ext cx="725488" cy="368300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Servigistics</a:t>
            </a:r>
          </a:p>
        </p:txBody>
      </p:sp>
      <p:cxnSp>
        <p:nvCxnSpPr>
          <p:cNvPr id="18497" name="Elbow Connector 84"/>
          <p:cNvCxnSpPr>
            <a:cxnSpLocks noChangeShapeType="1"/>
            <a:stCxn id="18496" idx="3"/>
          </p:cNvCxnSpPr>
          <p:nvPr/>
        </p:nvCxnSpPr>
        <p:spPr bwMode="auto">
          <a:xfrm flipV="1">
            <a:off x="6373815" y="4017964"/>
            <a:ext cx="328611" cy="282574"/>
          </a:xfrm>
          <a:prstGeom prst="bentConnector3">
            <a:avLst>
              <a:gd name="adj1" fmla="val 62896"/>
            </a:avLst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98" name="Elbow Connector 85"/>
          <p:cNvCxnSpPr>
            <a:cxnSpLocks noChangeShapeType="1"/>
            <a:stCxn id="18491" idx="3"/>
            <a:endCxn id="18482" idx="1"/>
          </p:cNvCxnSpPr>
          <p:nvPr/>
        </p:nvCxnSpPr>
        <p:spPr bwMode="auto">
          <a:xfrm flipV="1">
            <a:off x="5337175" y="5010151"/>
            <a:ext cx="2185988" cy="379413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99" name="Elbow Connector 86"/>
          <p:cNvCxnSpPr>
            <a:cxnSpLocks noChangeShapeType="1"/>
            <a:stCxn id="18521" idx="3"/>
            <a:endCxn id="18492" idx="2"/>
          </p:cNvCxnSpPr>
          <p:nvPr/>
        </p:nvCxnSpPr>
        <p:spPr bwMode="auto">
          <a:xfrm flipH="1">
            <a:off x="4720283" y="3784600"/>
            <a:ext cx="4663430" cy="2043906"/>
          </a:xfrm>
          <a:prstGeom prst="bentConnector4">
            <a:avLst>
              <a:gd name="adj1" fmla="val -5171"/>
              <a:gd name="adj2" fmla="val 135883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0" name="Rectangle 83"/>
          <p:cNvSpPr>
            <a:spLocks noChangeArrowheads="1"/>
          </p:cNvSpPr>
          <p:nvPr/>
        </p:nvSpPr>
        <p:spPr bwMode="auto">
          <a:xfrm>
            <a:off x="8461376" y="2822576"/>
            <a:ext cx="688975" cy="333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Pricebook</a:t>
            </a:r>
          </a:p>
        </p:txBody>
      </p:sp>
      <p:cxnSp>
        <p:nvCxnSpPr>
          <p:cNvPr id="18501" name="Elbow Connector 88"/>
          <p:cNvCxnSpPr>
            <a:cxnSpLocks noChangeShapeType="1"/>
            <a:stCxn id="18514" idx="3"/>
            <a:endCxn id="18481" idx="2"/>
          </p:cNvCxnSpPr>
          <p:nvPr/>
        </p:nvCxnSpPr>
        <p:spPr bwMode="auto">
          <a:xfrm flipH="1">
            <a:off x="3122613" y="2982914"/>
            <a:ext cx="6238876" cy="2783111"/>
          </a:xfrm>
          <a:prstGeom prst="bentConnector4">
            <a:avLst>
              <a:gd name="adj1" fmla="val -24502"/>
              <a:gd name="adj2" fmla="val 133694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2" name="Rectangle 122"/>
          <p:cNvSpPr>
            <a:spLocks noChangeArrowheads="1"/>
          </p:cNvSpPr>
          <p:nvPr/>
        </p:nvSpPr>
        <p:spPr bwMode="auto">
          <a:xfrm>
            <a:off x="9798221" y="3642589"/>
            <a:ext cx="704850" cy="522288"/>
          </a:xfrm>
          <a:prstGeom prst="rect">
            <a:avLst/>
          </a:prstGeom>
          <a:solidFill>
            <a:srgbClr val="00B050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Essers</a:t>
            </a:r>
          </a:p>
        </p:txBody>
      </p:sp>
      <p:sp>
        <p:nvSpPr>
          <p:cNvPr id="18503" name="Rectangle 122"/>
          <p:cNvSpPr>
            <a:spLocks noChangeArrowheads="1"/>
          </p:cNvSpPr>
          <p:nvPr/>
        </p:nvSpPr>
        <p:spPr bwMode="auto">
          <a:xfrm>
            <a:off x="9811814" y="3041268"/>
            <a:ext cx="704850" cy="522288"/>
          </a:xfrm>
          <a:prstGeom prst="rect">
            <a:avLst/>
          </a:prstGeom>
          <a:solidFill>
            <a:srgbClr val="92D050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AP1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altLang="nl-BE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Peisenberg</a:t>
            </a: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8504" name="Elbow Connector 91"/>
          <p:cNvCxnSpPr>
            <a:cxnSpLocks noChangeShapeType="1"/>
            <a:stCxn id="18521" idx="3"/>
            <a:endCxn id="18503" idx="1"/>
          </p:cNvCxnSpPr>
          <p:nvPr/>
        </p:nvCxnSpPr>
        <p:spPr bwMode="auto">
          <a:xfrm flipV="1">
            <a:off x="9383713" y="3302412"/>
            <a:ext cx="428101" cy="482188"/>
          </a:xfrm>
          <a:prstGeom prst="bentConnector3">
            <a:avLst>
              <a:gd name="adj1" fmla="val 58778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05" name="Elbow Connector 92"/>
          <p:cNvCxnSpPr>
            <a:cxnSpLocks noChangeShapeType="1"/>
            <a:stCxn id="18521" idx="3"/>
            <a:endCxn id="18502" idx="1"/>
          </p:cNvCxnSpPr>
          <p:nvPr/>
        </p:nvCxnSpPr>
        <p:spPr bwMode="auto">
          <a:xfrm>
            <a:off x="9383713" y="3784600"/>
            <a:ext cx="414508" cy="119133"/>
          </a:xfrm>
          <a:prstGeom prst="bentConnector3">
            <a:avLst>
              <a:gd name="adj1" fmla="val 59066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06" name="Rectangle 122"/>
          <p:cNvSpPr>
            <a:spLocks noChangeArrowheads="1"/>
          </p:cNvSpPr>
          <p:nvPr/>
        </p:nvSpPr>
        <p:spPr bwMode="auto">
          <a:xfrm>
            <a:off x="9807577" y="2401383"/>
            <a:ext cx="704850" cy="522287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Stream-liner</a:t>
            </a:r>
          </a:p>
        </p:txBody>
      </p:sp>
      <p:sp>
        <p:nvSpPr>
          <p:cNvPr id="18507" name="Rectangle 122"/>
          <p:cNvSpPr>
            <a:spLocks noChangeArrowheads="1"/>
          </p:cNvSpPr>
          <p:nvPr/>
        </p:nvSpPr>
        <p:spPr bwMode="auto">
          <a:xfrm>
            <a:off x="9802019" y="1796381"/>
            <a:ext cx="704850" cy="522288"/>
          </a:xfrm>
          <a:prstGeom prst="rect">
            <a:avLst/>
          </a:prstGeom>
          <a:solidFill>
            <a:srgbClr val="CCFFCC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Process Weaver</a:t>
            </a:r>
          </a:p>
        </p:txBody>
      </p:sp>
      <p:cxnSp>
        <p:nvCxnSpPr>
          <p:cNvPr id="18508" name="Elbow Connector 95"/>
          <p:cNvCxnSpPr>
            <a:cxnSpLocks noChangeShapeType="1"/>
            <a:stCxn id="18521" idx="3"/>
            <a:endCxn id="18506" idx="1"/>
          </p:cNvCxnSpPr>
          <p:nvPr/>
        </p:nvCxnSpPr>
        <p:spPr bwMode="auto">
          <a:xfrm flipV="1">
            <a:off x="9383713" y="2662527"/>
            <a:ext cx="423864" cy="1122073"/>
          </a:xfrm>
          <a:prstGeom prst="bentConnector3">
            <a:avLst>
              <a:gd name="adj1" fmla="val 57388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509" name="Elbow Connector 96"/>
          <p:cNvCxnSpPr>
            <a:cxnSpLocks noChangeShapeType="1"/>
            <a:stCxn id="18521" idx="3"/>
            <a:endCxn id="18507" idx="1"/>
          </p:cNvCxnSpPr>
          <p:nvPr/>
        </p:nvCxnSpPr>
        <p:spPr bwMode="auto">
          <a:xfrm flipV="1">
            <a:off x="9383713" y="2057525"/>
            <a:ext cx="418306" cy="1727075"/>
          </a:xfrm>
          <a:prstGeom prst="bentConnector3">
            <a:avLst>
              <a:gd name="adj1" fmla="val 57486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0" name="Rectangle 122"/>
          <p:cNvSpPr>
            <a:spLocks noChangeArrowheads="1"/>
          </p:cNvSpPr>
          <p:nvPr/>
        </p:nvSpPr>
        <p:spPr bwMode="auto">
          <a:xfrm>
            <a:off x="9791872" y="4257738"/>
            <a:ext cx="704850" cy="655637"/>
          </a:xfrm>
          <a:prstGeom prst="rect">
            <a:avLst/>
          </a:prstGeom>
          <a:solidFill>
            <a:srgbClr val="92D050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t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AP2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Greece</a:t>
            </a:r>
          </a:p>
        </p:txBody>
      </p:sp>
      <p:cxnSp>
        <p:nvCxnSpPr>
          <p:cNvPr id="18511" name="Elbow Connector 98"/>
          <p:cNvCxnSpPr>
            <a:cxnSpLocks noChangeShapeType="1"/>
            <a:stCxn id="18521" idx="3"/>
            <a:endCxn id="18510" idx="1"/>
          </p:cNvCxnSpPr>
          <p:nvPr/>
        </p:nvCxnSpPr>
        <p:spPr bwMode="auto">
          <a:xfrm>
            <a:off x="9383713" y="3784600"/>
            <a:ext cx="408159" cy="800957"/>
          </a:xfrm>
          <a:prstGeom prst="bentConnector3">
            <a:avLst>
              <a:gd name="adj1" fmla="val 60742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512" name="Rectangle 122"/>
          <p:cNvSpPr>
            <a:spLocks noChangeArrowheads="1"/>
          </p:cNvSpPr>
          <p:nvPr/>
        </p:nvSpPr>
        <p:spPr bwMode="auto">
          <a:xfrm>
            <a:off x="9791872" y="5006236"/>
            <a:ext cx="704850" cy="366712"/>
          </a:xfrm>
          <a:prstGeom prst="rect">
            <a:avLst/>
          </a:prstGeom>
          <a:solidFill>
            <a:srgbClr val="00B050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DBH Customs</a:t>
            </a:r>
          </a:p>
        </p:txBody>
      </p:sp>
      <p:cxnSp>
        <p:nvCxnSpPr>
          <p:cNvPr id="18513" name="Elbow Connector 100"/>
          <p:cNvCxnSpPr>
            <a:cxnSpLocks noChangeShapeType="1"/>
            <a:stCxn id="18521" idx="3"/>
            <a:endCxn id="18512" idx="1"/>
          </p:cNvCxnSpPr>
          <p:nvPr/>
        </p:nvCxnSpPr>
        <p:spPr bwMode="auto">
          <a:xfrm>
            <a:off x="9383713" y="3784600"/>
            <a:ext cx="408159" cy="1404992"/>
          </a:xfrm>
          <a:prstGeom prst="bentConnector3">
            <a:avLst>
              <a:gd name="adj1" fmla="val 60741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" name="Rectangle 87"/>
          <p:cNvSpPr>
            <a:spLocks noChangeArrowheads="1"/>
          </p:cNvSpPr>
          <p:nvPr/>
        </p:nvSpPr>
        <p:spPr bwMode="auto">
          <a:xfrm>
            <a:off x="6778454" y="5886792"/>
            <a:ext cx="461242" cy="329516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FCC</a:t>
            </a:r>
          </a:p>
        </p:txBody>
      </p:sp>
      <p:sp>
        <p:nvSpPr>
          <p:cNvPr id="107" name="Rectangle 87"/>
          <p:cNvSpPr>
            <a:spLocks noChangeArrowheads="1"/>
          </p:cNvSpPr>
          <p:nvPr/>
        </p:nvSpPr>
        <p:spPr bwMode="auto">
          <a:xfrm>
            <a:off x="7315725" y="5883163"/>
            <a:ext cx="461242" cy="32951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Victor</a:t>
            </a:r>
          </a:p>
        </p:txBody>
      </p:sp>
      <p:sp>
        <p:nvSpPr>
          <p:cNvPr id="108" name="Rectangle 87"/>
          <p:cNvSpPr>
            <a:spLocks noChangeArrowheads="1"/>
          </p:cNvSpPr>
          <p:nvPr/>
        </p:nvSpPr>
        <p:spPr bwMode="auto">
          <a:xfrm>
            <a:off x="7861300" y="5886792"/>
            <a:ext cx="461242" cy="32951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Hansa</a:t>
            </a: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Orga</a:t>
            </a:r>
            <a:endParaRPr kumimoji="0" lang="en-US" altLang="nl-BE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7" name="Rectangle 122"/>
          <p:cNvSpPr>
            <a:spLocks noChangeArrowheads="1"/>
          </p:cNvSpPr>
          <p:nvPr/>
        </p:nvSpPr>
        <p:spPr bwMode="auto">
          <a:xfrm>
            <a:off x="9791872" y="5503252"/>
            <a:ext cx="704850" cy="522288"/>
          </a:xfrm>
          <a:prstGeom prst="rect">
            <a:avLst/>
          </a:prstGeom>
          <a:solidFill>
            <a:srgbClr val="92D050">
              <a:alpha val="50195"/>
            </a:srgbClr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CFIN</a:t>
            </a:r>
          </a:p>
        </p:txBody>
      </p:sp>
      <p:cxnSp>
        <p:nvCxnSpPr>
          <p:cNvPr id="118" name="Elbow Connector 100"/>
          <p:cNvCxnSpPr>
            <a:cxnSpLocks noChangeShapeType="1"/>
            <a:endCxn id="117" idx="1"/>
          </p:cNvCxnSpPr>
          <p:nvPr/>
        </p:nvCxnSpPr>
        <p:spPr bwMode="auto">
          <a:xfrm flipV="1">
            <a:off x="9380934" y="5764396"/>
            <a:ext cx="410938" cy="1629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Rectangle 5"/>
          <p:cNvSpPr>
            <a:spLocks noChangeArrowheads="1"/>
          </p:cNvSpPr>
          <p:nvPr/>
        </p:nvSpPr>
        <p:spPr bwMode="auto">
          <a:xfrm>
            <a:off x="5656197" y="3690781"/>
            <a:ext cx="717617" cy="377982"/>
          </a:xfrm>
          <a:prstGeom prst="rect">
            <a:avLst/>
          </a:prstGeom>
          <a:solidFill>
            <a:srgbClr val="92D050">
              <a:alpha val="50195"/>
            </a:srgbClr>
          </a:solidFill>
          <a:ln w="38100">
            <a:solidFill>
              <a:srgbClr val="0033CC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SAP SCM PP6</a:t>
            </a:r>
          </a:p>
        </p:txBody>
      </p:sp>
      <p:sp>
        <p:nvSpPr>
          <p:cNvPr id="123" name="Rectangle 85"/>
          <p:cNvSpPr>
            <a:spLocks noChangeArrowheads="1"/>
          </p:cNvSpPr>
          <p:nvPr/>
        </p:nvSpPr>
        <p:spPr bwMode="auto">
          <a:xfrm>
            <a:off x="9845150" y="4696020"/>
            <a:ext cx="613300" cy="1709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1100"/>
              </a:buClr>
              <a:buSzTx/>
              <a:buFontTx/>
              <a:buNone/>
              <a:tabLst/>
              <a:defRPr/>
            </a:pPr>
            <a:r>
              <a:rPr kumimoji="0" lang="en-US" altLang="nl-B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Arial" panose="020B0604020202020204" pitchFamily="34" charset="0"/>
              </a:rPr>
              <a:t>WM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510C671-FB9A-451E-9149-AABA38C0807F}"/>
              </a:ext>
            </a:extLst>
          </p:cNvPr>
          <p:cNvCxnSpPr>
            <a:cxnSpLocks/>
            <a:stCxn id="18444" idx="3"/>
          </p:cNvCxnSpPr>
          <p:nvPr/>
        </p:nvCxnSpPr>
        <p:spPr>
          <a:xfrm flipV="1">
            <a:off x="6235234" y="2570447"/>
            <a:ext cx="462939" cy="4683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0921D513-578B-478A-99EC-B9FC76A005CC}"/>
              </a:ext>
            </a:extLst>
          </p:cNvPr>
          <p:cNvCxnSpPr>
            <a:cxnSpLocks/>
            <a:stCxn id="18437" idx="0"/>
            <a:endCxn id="18458" idx="2"/>
          </p:cNvCxnSpPr>
          <p:nvPr/>
        </p:nvCxnSpPr>
        <p:spPr>
          <a:xfrm rot="5400000" flipH="1" flipV="1">
            <a:off x="1230697" y="4224818"/>
            <a:ext cx="1453222" cy="672777"/>
          </a:xfrm>
          <a:prstGeom prst="bentConnector2">
            <a:avLst/>
          </a:prstGeom>
          <a:noFill/>
          <a:ln w="57150">
            <a:solidFill>
              <a:schemeClr val="accent1">
                <a:lumMod val="50000"/>
              </a:schemeClr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2" name="Straight Arrow Connector 83">
            <a:extLst>
              <a:ext uri="{FF2B5EF4-FFF2-40B4-BE49-F238E27FC236}">
                <a16:creationId xmlns:a16="http://schemas.microsoft.com/office/drawing/2014/main" id="{B4D14A4E-EA20-4D87-B7E4-C3A36B064BA0}"/>
              </a:ext>
            </a:extLst>
          </p:cNvPr>
          <p:cNvCxnSpPr>
            <a:cxnSpLocks noChangeShapeType="1"/>
            <a:endCxn id="18456" idx="3"/>
          </p:cNvCxnSpPr>
          <p:nvPr/>
        </p:nvCxnSpPr>
        <p:spPr bwMode="auto">
          <a:xfrm flipV="1">
            <a:off x="1633296" y="3199037"/>
            <a:ext cx="0" cy="63555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90" name="Shape 99"/>
          <p:cNvCxnSpPr>
            <a:cxnSpLocks noChangeShapeType="1"/>
            <a:stCxn id="18481" idx="3"/>
            <a:endCxn id="18515" idx="1"/>
          </p:cNvCxnSpPr>
          <p:nvPr/>
        </p:nvCxnSpPr>
        <p:spPr bwMode="auto">
          <a:xfrm flipV="1">
            <a:off x="3544888" y="2988792"/>
            <a:ext cx="3351805" cy="2530377"/>
          </a:xfrm>
          <a:prstGeom prst="bentConnector3">
            <a:avLst>
              <a:gd name="adj1" fmla="val 7501"/>
            </a:avLst>
          </a:prstGeom>
          <a:noFill/>
          <a:ln w="5715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1" name="Straight Arrow Connector 97">
            <a:extLst>
              <a:ext uri="{FF2B5EF4-FFF2-40B4-BE49-F238E27FC236}">
                <a16:creationId xmlns:a16="http://schemas.microsoft.com/office/drawing/2014/main" id="{C16CE32F-5228-437A-8C50-6637E30B5F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250" y="6212679"/>
            <a:ext cx="301636" cy="0"/>
          </a:xfrm>
          <a:prstGeom prst="straightConnector1">
            <a:avLst/>
          </a:prstGeom>
          <a:noFill/>
          <a:ln w="5715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2C7B849-7EF0-4DEA-A66A-D17A77693E0B}"/>
              </a:ext>
            </a:extLst>
          </p:cNvPr>
          <p:cNvSpPr txBox="1"/>
          <p:nvPr/>
        </p:nvSpPr>
        <p:spPr>
          <a:xfrm>
            <a:off x="108481" y="6249556"/>
            <a:ext cx="1646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E302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OIT direct impacted lines</a:t>
            </a:r>
          </a:p>
        </p:txBody>
      </p:sp>
      <p:sp>
        <p:nvSpPr>
          <p:cNvPr id="18475" name="Line 121"/>
          <p:cNvSpPr>
            <a:spLocks noChangeShapeType="1"/>
          </p:cNvSpPr>
          <p:nvPr/>
        </p:nvSpPr>
        <p:spPr bwMode="auto">
          <a:xfrm flipV="1">
            <a:off x="3553156" y="2870759"/>
            <a:ext cx="3342945" cy="127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8FA49DA-B61C-4213-AA0E-D6D0C39335FD}"/>
              </a:ext>
            </a:extLst>
          </p:cNvPr>
          <p:cNvCxnSpPr>
            <a:stCxn id="18447" idx="1"/>
            <a:endCxn id="18457" idx="1"/>
          </p:cNvCxnSpPr>
          <p:nvPr/>
        </p:nvCxnSpPr>
        <p:spPr>
          <a:xfrm rot="10800000" flipV="1">
            <a:off x="2064305" y="2490788"/>
            <a:ext cx="4641029" cy="328383"/>
          </a:xfrm>
          <a:prstGeom prst="bentConnector2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CE0FCD-5258-432A-9505-B3EF5E32AB17}"/>
              </a:ext>
            </a:extLst>
          </p:cNvPr>
          <p:cNvSpPr txBox="1"/>
          <p:nvPr/>
        </p:nvSpPr>
        <p:spPr>
          <a:xfrm>
            <a:off x="2210611" y="5575333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EE3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EE3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slide 3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56A3E65-62D4-43A8-9BB6-539744A3AC1F}"/>
              </a:ext>
            </a:extLst>
          </p:cNvPr>
          <p:cNvSpPr txBox="1"/>
          <p:nvPr/>
        </p:nvSpPr>
        <p:spPr>
          <a:xfrm>
            <a:off x="2846288" y="1377643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EE3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 slide 4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9040E39-D312-4743-9FB9-2FE494E781E6}"/>
              </a:ext>
            </a:extLst>
          </p:cNvPr>
          <p:cNvSpPr txBox="1"/>
          <p:nvPr/>
        </p:nvSpPr>
        <p:spPr>
          <a:xfrm>
            <a:off x="3547041" y="5537867"/>
            <a:ext cx="453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EE3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EE302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164765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ages">
  <a:themeElements>
    <a:clrScheme name="Agfa">
      <a:dk1>
        <a:srgbClr val="49134C"/>
      </a:dk1>
      <a:lt1>
        <a:srgbClr val="FFFFFF"/>
      </a:lt1>
      <a:dk2>
        <a:srgbClr val="49134C"/>
      </a:dk2>
      <a:lt2>
        <a:srgbClr val="F0E9DA"/>
      </a:lt2>
      <a:accent1>
        <a:srgbClr val="079CCB"/>
      </a:accent1>
      <a:accent2>
        <a:srgbClr val="A32622"/>
      </a:accent2>
      <a:accent3>
        <a:srgbClr val="FAA61A"/>
      </a:accent3>
      <a:accent4>
        <a:srgbClr val="D1CCCF"/>
      </a:accent4>
      <a:accent5>
        <a:srgbClr val="3F59A8"/>
      </a:accent5>
      <a:accent6>
        <a:srgbClr val="937DBA"/>
      </a:accent6>
      <a:hlink>
        <a:srgbClr val="EE3024"/>
      </a:hlink>
      <a:folHlink>
        <a:srgbClr val="88CF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Custom 1">
      <a:dk1>
        <a:srgbClr val="4D4F51"/>
      </a:dk1>
      <a:lt1>
        <a:srgbClr val="FFFFFF"/>
      </a:lt1>
      <a:dk2>
        <a:srgbClr val="FFFFFF"/>
      </a:dk2>
      <a:lt2>
        <a:srgbClr val="F6F7FA"/>
      </a:lt2>
      <a:accent1>
        <a:srgbClr val="FF0000"/>
      </a:accent1>
      <a:accent2>
        <a:srgbClr val="9D9FA2"/>
      </a:accent2>
      <a:accent3>
        <a:srgbClr val="8A8C8E"/>
      </a:accent3>
      <a:accent4>
        <a:srgbClr val="9D9FA2"/>
      </a:accent4>
      <a:accent5>
        <a:srgbClr val="C7C8CA"/>
      </a:accent5>
      <a:accent6>
        <a:srgbClr val="DCDDDE"/>
      </a:accent6>
      <a:hlink>
        <a:srgbClr val="586A9F"/>
      </a:hlink>
      <a:folHlink>
        <a:srgbClr val="FF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Custom 1">
      <a:dk1>
        <a:srgbClr val="4D4F51"/>
      </a:dk1>
      <a:lt1>
        <a:srgbClr val="FFFFFF"/>
      </a:lt1>
      <a:dk2>
        <a:srgbClr val="FFFFFF"/>
      </a:dk2>
      <a:lt2>
        <a:srgbClr val="F6F7FA"/>
      </a:lt2>
      <a:accent1>
        <a:srgbClr val="FF0000"/>
      </a:accent1>
      <a:accent2>
        <a:srgbClr val="9D9FA2"/>
      </a:accent2>
      <a:accent3>
        <a:srgbClr val="8A8C8E"/>
      </a:accent3>
      <a:accent4>
        <a:srgbClr val="9D9FA2"/>
      </a:accent4>
      <a:accent5>
        <a:srgbClr val="C7C8CA"/>
      </a:accent5>
      <a:accent6>
        <a:srgbClr val="DCDDDE"/>
      </a:accent6>
      <a:hlink>
        <a:srgbClr val="586A9F"/>
      </a:hlink>
      <a:folHlink>
        <a:srgbClr val="FF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Agfa">
  <a:themeElements>
    <a:clrScheme name="Agfa Group - Powerpoint Style">
      <a:dk1>
        <a:srgbClr val="989898"/>
      </a:dk1>
      <a:lt1>
        <a:srgbClr val="FFFFFF"/>
      </a:lt1>
      <a:dk2>
        <a:srgbClr val="989898"/>
      </a:dk2>
      <a:lt2>
        <a:srgbClr val="E7E6E6"/>
      </a:lt2>
      <a:accent1>
        <a:srgbClr val="EE3024"/>
      </a:accent1>
      <a:accent2>
        <a:srgbClr val="2EB8C3"/>
      </a:accent2>
      <a:accent3>
        <a:srgbClr val="93A749"/>
      </a:accent3>
      <a:accent4>
        <a:srgbClr val="FFC000"/>
      </a:accent4>
      <a:accent5>
        <a:srgbClr val="517FB1"/>
      </a:accent5>
      <a:accent6>
        <a:srgbClr val="1B304B"/>
      </a:accent6>
      <a:hlink>
        <a:srgbClr val="6095C1"/>
      </a:hlink>
      <a:folHlink>
        <a:srgbClr val="C4549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sterfile" id="{5D7E7B6C-DED5-EE4B-94A3-A9ACA9D8DBBC}" vid="{55F0E81C-F8E0-A542-9BDC-41322A3A6C16}"/>
    </a:ext>
  </a:extLst>
</a:theme>
</file>

<file path=ppt/theme/theme6.xml><?xml version="1.0" encoding="utf-8"?>
<a:theme xmlns:a="http://schemas.openxmlformats.org/drawingml/2006/main" name="1_Agfa">
  <a:themeElements>
    <a:clrScheme name="Agfa Group - Powerpoint Style">
      <a:dk1>
        <a:srgbClr val="989898"/>
      </a:dk1>
      <a:lt1>
        <a:srgbClr val="FFFFFF"/>
      </a:lt1>
      <a:dk2>
        <a:srgbClr val="989898"/>
      </a:dk2>
      <a:lt2>
        <a:srgbClr val="E7E6E6"/>
      </a:lt2>
      <a:accent1>
        <a:srgbClr val="EE3024"/>
      </a:accent1>
      <a:accent2>
        <a:srgbClr val="2EB8C3"/>
      </a:accent2>
      <a:accent3>
        <a:srgbClr val="93A749"/>
      </a:accent3>
      <a:accent4>
        <a:srgbClr val="FFC000"/>
      </a:accent4>
      <a:accent5>
        <a:srgbClr val="517FB1"/>
      </a:accent5>
      <a:accent6>
        <a:srgbClr val="1B304B"/>
      </a:accent6>
      <a:hlink>
        <a:srgbClr val="6095C1"/>
      </a:hlink>
      <a:folHlink>
        <a:srgbClr val="C4549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sterfile" id="{5D7E7B6C-DED5-EE4B-94A3-A9ACA9D8DBBC}" vid="{55F0E81C-F8E0-A542-9BDC-41322A3A6C16}"/>
    </a:ext>
  </a:extLst>
</a:theme>
</file>

<file path=ppt/theme/theme7.xml><?xml version="1.0" encoding="utf-8"?>
<a:theme xmlns:a="http://schemas.openxmlformats.org/drawingml/2006/main" name="2_Agfa">
  <a:themeElements>
    <a:clrScheme name="Agfa Group - Powerpoint Style">
      <a:dk1>
        <a:srgbClr val="989898"/>
      </a:dk1>
      <a:lt1>
        <a:srgbClr val="FFFFFF"/>
      </a:lt1>
      <a:dk2>
        <a:srgbClr val="989898"/>
      </a:dk2>
      <a:lt2>
        <a:srgbClr val="E7E6E6"/>
      </a:lt2>
      <a:accent1>
        <a:srgbClr val="EE3024"/>
      </a:accent1>
      <a:accent2>
        <a:srgbClr val="2EB8C3"/>
      </a:accent2>
      <a:accent3>
        <a:srgbClr val="93A749"/>
      </a:accent3>
      <a:accent4>
        <a:srgbClr val="FFC000"/>
      </a:accent4>
      <a:accent5>
        <a:srgbClr val="517FB1"/>
      </a:accent5>
      <a:accent6>
        <a:srgbClr val="1B304B"/>
      </a:accent6>
      <a:hlink>
        <a:srgbClr val="6095C1"/>
      </a:hlink>
      <a:folHlink>
        <a:srgbClr val="C4549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sterfile" id="{5D7E7B6C-DED5-EE4B-94A3-A9ACA9D8DBBC}" vid="{55F0E81C-F8E0-A542-9BDC-41322A3A6C16}"/>
    </a:ext>
  </a:extLst>
</a:theme>
</file>

<file path=ppt/theme/theme8.xml><?xml version="1.0" encoding="utf-8"?>
<a:theme xmlns:a="http://schemas.openxmlformats.org/drawingml/2006/main" name="3_Agfa">
  <a:themeElements>
    <a:clrScheme name="Agfa Group - Powerpoint Style">
      <a:dk1>
        <a:srgbClr val="989898"/>
      </a:dk1>
      <a:lt1>
        <a:srgbClr val="FFFFFF"/>
      </a:lt1>
      <a:dk2>
        <a:srgbClr val="989898"/>
      </a:dk2>
      <a:lt2>
        <a:srgbClr val="E7E6E6"/>
      </a:lt2>
      <a:accent1>
        <a:srgbClr val="EE3024"/>
      </a:accent1>
      <a:accent2>
        <a:srgbClr val="2EB8C3"/>
      </a:accent2>
      <a:accent3>
        <a:srgbClr val="93A749"/>
      </a:accent3>
      <a:accent4>
        <a:srgbClr val="FFC000"/>
      </a:accent4>
      <a:accent5>
        <a:srgbClr val="517FB1"/>
      </a:accent5>
      <a:accent6>
        <a:srgbClr val="1B304B"/>
      </a:accent6>
      <a:hlink>
        <a:srgbClr val="6095C1"/>
      </a:hlink>
      <a:folHlink>
        <a:srgbClr val="C4549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sterfile" id="{5D7E7B6C-DED5-EE4B-94A3-A9ACA9D8DBBC}" vid="{55F0E81C-F8E0-A542-9BDC-41322A3A6C16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8A743A69AE0643AA6C477D52605EDC" ma:contentTypeVersion="3" ma:contentTypeDescription="Create a new document." ma:contentTypeScope="" ma:versionID="ab1cca059afdcc7808f72683f696f593">
  <xsd:schema xmlns:xsd="http://www.w3.org/2001/XMLSchema" xmlns:xs="http://www.w3.org/2001/XMLSchema" xmlns:p="http://schemas.microsoft.com/office/2006/metadata/properties" xmlns:ns2="4bd705b6-d79b-457a-af1b-1e6d3495c53c" targetNamespace="http://schemas.microsoft.com/office/2006/metadata/properties" ma:root="true" ma:fieldsID="77f4f5bd174f8ff4fcc35dfc90908527" ns2:_="">
    <xsd:import namespace="4bd705b6-d79b-457a-af1b-1e6d3495c5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705b6-d79b-457a-af1b-1e6d3495c5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56A3B7-CB82-4E0D-BBBC-D7F288D825AE}"/>
</file>

<file path=customXml/itemProps2.xml><?xml version="1.0" encoding="utf-8"?>
<ds:datastoreItem xmlns:ds="http://schemas.openxmlformats.org/officeDocument/2006/customXml" ds:itemID="{A347DB5A-4014-4623-A08A-5E05059EF8AC}">
  <ds:schemaRefs>
    <ds:schemaRef ds:uri="http://purl.org/dc/dcmitype/"/>
    <ds:schemaRef ds:uri="http://schemas.microsoft.com/office/2006/documentManagement/types"/>
    <ds:schemaRef ds:uri="b9420566-de97-409a-8e5b-4eb221f87628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7f8e5b20-d136-412b-992e-33e01bfed3c7"/>
  </ds:schemaRefs>
</ds:datastoreItem>
</file>

<file path=customXml/itemProps3.xml><?xml version="1.0" encoding="utf-8"?>
<ds:datastoreItem xmlns:ds="http://schemas.openxmlformats.org/officeDocument/2006/customXml" ds:itemID="{B9B89AC5-ADF6-425E-91C6-61F684DB19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Widescreen</PresentationFormat>
  <Paragraphs>152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7" baseType="lpstr">
      <vt:lpstr>Arial</vt:lpstr>
      <vt:lpstr>Arial Narrow</vt:lpstr>
      <vt:lpstr>Bosis for Agfa Bold</vt:lpstr>
      <vt:lpstr>Bosis for Agfa Light</vt:lpstr>
      <vt:lpstr>Bosis for Agfa Medium</vt:lpstr>
      <vt:lpstr>Calibri</vt:lpstr>
      <vt:lpstr>Calibri Light</vt:lpstr>
      <vt:lpstr>Constantia</vt:lpstr>
      <vt:lpstr>Open Sans</vt:lpstr>
      <vt:lpstr>Times</vt:lpstr>
      <vt:lpstr>Wingdings</vt:lpstr>
      <vt:lpstr>Office Theme</vt:lpstr>
      <vt:lpstr>1_Pages</vt:lpstr>
      <vt:lpstr>3_Office Theme</vt:lpstr>
      <vt:lpstr>1_Office Theme</vt:lpstr>
      <vt:lpstr>Agfa</vt:lpstr>
      <vt:lpstr>1_Agfa</vt:lpstr>
      <vt:lpstr>2_Agfa</vt:lpstr>
      <vt:lpstr>3_Agfa</vt:lpstr>
      <vt:lpstr>think-cell Slide</vt:lpstr>
      <vt:lpstr>PowerPoint Presentation</vt:lpstr>
      <vt:lpstr>PowerPoint Presentation</vt:lpstr>
      <vt:lpstr>SalesOne &amp; Sofon Interconnectivity</vt:lpstr>
      <vt:lpstr>SalesOne &lt;- Interconnectivity -&gt; Sofon</vt:lpstr>
      <vt:lpstr>SalesOne &lt;- Interconnectivity -&gt; SAP-BI (BP5 server)</vt:lpstr>
      <vt:lpstr>Sofon &lt;- Interconnectivity -&gt; SAP ECC (AP7)</vt:lpstr>
      <vt:lpstr>HE IMG Application Landscape (v.2)</vt:lpstr>
    </vt:vector>
  </TitlesOfParts>
  <Company>Agfa 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Cock, Benoit</dc:creator>
  <cp:lastModifiedBy>Benoit De Cock</cp:lastModifiedBy>
  <cp:revision>26</cp:revision>
  <dcterms:created xsi:type="dcterms:W3CDTF">2021-09-01T14:04:06Z</dcterms:created>
  <dcterms:modified xsi:type="dcterms:W3CDTF">2026-03-13T13:44:29Z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0x010100808A743A69AE0643AA6C477D52605EDC</vt:lpwstr>
  </property>
</Properties>
</file>